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67" r:id="rId4"/>
    <p:sldId id="265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8B7F0-88FC-40C3-8E69-89EC7E2FEC1F}" v="122" dt="2025-11-25T02:26:3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olzhausen" userId="f0fced98129e348e" providerId="LiveId" clId="{FAB81778-C2AB-48D5-BA9E-3E19BB729E3D}"/>
    <pc:docChg chg="undo custSel addSld delSld modSld sldOrd">
      <pc:chgData name="John Rolzhausen" userId="f0fced98129e348e" providerId="LiveId" clId="{FAB81778-C2AB-48D5-BA9E-3E19BB729E3D}" dt="2025-11-25T02:26:58.554" v="1648" actId="1076"/>
      <pc:docMkLst>
        <pc:docMk/>
      </pc:docMkLst>
      <pc:sldChg chg="modSp">
        <pc:chgData name="John Rolzhausen" userId="f0fced98129e348e" providerId="LiveId" clId="{FAB81778-C2AB-48D5-BA9E-3E19BB729E3D}" dt="2025-11-25T00:36:46.397" v="1"/>
        <pc:sldMkLst>
          <pc:docMk/>
          <pc:sldMk cId="541631080" sldId="256"/>
        </pc:sldMkLst>
        <pc:spChg chg="mod">
          <ac:chgData name="John Rolzhausen" userId="f0fced98129e348e" providerId="LiveId" clId="{FAB81778-C2AB-48D5-BA9E-3E19BB729E3D}" dt="2025-11-25T00:36:33.741" v="0"/>
          <ac:spMkLst>
            <pc:docMk/>
            <pc:sldMk cId="541631080" sldId="256"/>
            <ac:spMk id="2" creationId="{BA1CD438-6906-D9C9-0E77-9F81019FEE87}"/>
          </ac:spMkLst>
        </pc:spChg>
        <pc:spChg chg="mod">
          <ac:chgData name="John Rolzhausen" userId="f0fced98129e348e" providerId="LiveId" clId="{FAB81778-C2AB-48D5-BA9E-3E19BB729E3D}" dt="2025-11-25T00:36:46.397" v="1"/>
          <ac:spMkLst>
            <pc:docMk/>
            <pc:sldMk cId="541631080" sldId="256"/>
            <ac:spMk id="3" creationId="{E0BD00E6-CE73-442F-315F-EF02A928A668}"/>
          </ac:spMkLst>
        </pc:spChg>
      </pc:sldChg>
      <pc:sldChg chg="addSp delSp modSp mod">
        <pc:chgData name="John Rolzhausen" userId="f0fced98129e348e" providerId="LiveId" clId="{FAB81778-C2AB-48D5-BA9E-3E19BB729E3D}" dt="2025-11-25T00:58:37.575" v="324" actId="20577"/>
        <pc:sldMkLst>
          <pc:docMk/>
          <pc:sldMk cId="343244891" sldId="261"/>
        </pc:sldMkLst>
        <pc:spChg chg="mod">
          <ac:chgData name="John Rolzhausen" userId="f0fced98129e348e" providerId="LiveId" clId="{FAB81778-C2AB-48D5-BA9E-3E19BB729E3D}" dt="2025-11-25T00:58:37.575" v="324" actId="20577"/>
          <ac:spMkLst>
            <pc:docMk/>
            <pc:sldMk cId="343244891" sldId="261"/>
            <ac:spMk id="2" creationId="{A2E3986A-48D7-FE60-326D-5761F00AAF59}"/>
          </ac:spMkLst>
        </pc:spChg>
        <pc:spChg chg="mod">
          <ac:chgData name="John Rolzhausen" userId="f0fced98129e348e" providerId="LiveId" clId="{FAB81778-C2AB-48D5-BA9E-3E19BB729E3D}" dt="2025-11-25T00:37:23.761" v="3"/>
          <ac:spMkLst>
            <pc:docMk/>
            <pc:sldMk cId="343244891" sldId="261"/>
            <ac:spMk id="3" creationId="{7CA2AD9E-B2F2-D73D-E047-C834F9D1EBA2}"/>
          </ac:spMkLst>
        </pc:spChg>
        <pc:spChg chg="add mod">
          <ac:chgData name="John Rolzhausen" userId="f0fced98129e348e" providerId="LiveId" clId="{FAB81778-C2AB-48D5-BA9E-3E19BB729E3D}" dt="2025-11-25T00:46:51.200" v="155"/>
          <ac:spMkLst>
            <pc:docMk/>
            <pc:sldMk cId="343244891" sldId="261"/>
            <ac:spMk id="4" creationId="{58C5CAE3-712B-5A88-9F6B-9CB51061FF14}"/>
          </ac:spMkLst>
        </pc:spChg>
        <pc:spChg chg="add mod">
          <ac:chgData name="John Rolzhausen" userId="f0fced98129e348e" providerId="LiveId" clId="{FAB81778-C2AB-48D5-BA9E-3E19BB729E3D}" dt="2025-11-25T00:54:32.228" v="260" actId="14100"/>
          <ac:spMkLst>
            <pc:docMk/>
            <pc:sldMk cId="343244891" sldId="261"/>
            <ac:spMk id="5" creationId="{27D08FED-4FD5-8750-F86E-49588A3B866B}"/>
          </ac:spMkLst>
        </pc:spChg>
        <pc:spChg chg="add mod">
          <ac:chgData name="John Rolzhausen" userId="f0fced98129e348e" providerId="LiveId" clId="{FAB81778-C2AB-48D5-BA9E-3E19BB729E3D}" dt="2025-11-25T00:58:25.426" v="308" actId="20577"/>
          <ac:spMkLst>
            <pc:docMk/>
            <pc:sldMk cId="343244891" sldId="261"/>
            <ac:spMk id="6" creationId="{B55E9A51-316B-CB1D-7AD3-D861073A68D8}"/>
          </ac:spMkLst>
        </pc:spChg>
        <pc:spChg chg="mod">
          <ac:chgData name="John Rolzhausen" userId="f0fced98129e348e" providerId="LiveId" clId="{FAB81778-C2AB-48D5-BA9E-3E19BB729E3D}" dt="2025-11-25T00:38:13.648" v="104" actId="20577"/>
          <ac:spMkLst>
            <pc:docMk/>
            <pc:sldMk cId="343244891" sldId="261"/>
            <ac:spMk id="8" creationId="{302A2791-E280-3DB8-2075-BE4D7802D69C}"/>
          </ac:spMkLst>
        </pc:spChg>
        <pc:spChg chg="del mod">
          <ac:chgData name="John Rolzhausen" userId="f0fced98129e348e" providerId="LiveId" clId="{FAB81778-C2AB-48D5-BA9E-3E19BB729E3D}" dt="2025-11-25T00:45:42.247" v="136" actId="478"/>
          <ac:spMkLst>
            <pc:docMk/>
            <pc:sldMk cId="343244891" sldId="261"/>
            <ac:spMk id="10" creationId="{2776EADC-8101-1CDE-8FB3-51BAB8DC53DD}"/>
          </ac:spMkLst>
        </pc:spChg>
        <pc:spChg chg="del">
          <ac:chgData name="John Rolzhausen" userId="f0fced98129e348e" providerId="LiveId" clId="{FAB81778-C2AB-48D5-BA9E-3E19BB729E3D}" dt="2025-11-25T00:45:43.277" v="137" actId="478"/>
          <ac:spMkLst>
            <pc:docMk/>
            <pc:sldMk cId="343244891" sldId="261"/>
            <ac:spMk id="15" creationId="{810D0D80-A2FD-A14E-0804-3B74E748D9B5}"/>
          </ac:spMkLst>
        </pc:spChg>
        <pc:spChg chg="del">
          <ac:chgData name="John Rolzhausen" userId="f0fced98129e348e" providerId="LiveId" clId="{FAB81778-C2AB-48D5-BA9E-3E19BB729E3D}" dt="2025-11-25T00:45:44.254" v="138" actId="478"/>
          <ac:spMkLst>
            <pc:docMk/>
            <pc:sldMk cId="343244891" sldId="261"/>
            <ac:spMk id="16" creationId="{E7049CE1-F33B-EF8B-78B7-2C2B06355BC2}"/>
          </ac:spMkLst>
        </pc:spChg>
        <pc:spChg chg="del">
          <ac:chgData name="John Rolzhausen" userId="f0fced98129e348e" providerId="LiveId" clId="{FAB81778-C2AB-48D5-BA9E-3E19BB729E3D}" dt="2025-11-25T00:45:45.022" v="139" actId="478"/>
          <ac:spMkLst>
            <pc:docMk/>
            <pc:sldMk cId="343244891" sldId="261"/>
            <ac:spMk id="19" creationId="{D8372508-5621-45F0-910C-7C7F3B4A7565}"/>
          </ac:spMkLst>
        </pc:spChg>
        <pc:spChg chg="del mod">
          <ac:chgData name="John Rolzhausen" userId="f0fced98129e348e" providerId="LiveId" clId="{FAB81778-C2AB-48D5-BA9E-3E19BB729E3D}" dt="2025-11-25T00:45:50.639" v="144" actId="478"/>
          <ac:spMkLst>
            <pc:docMk/>
            <pc:sldMk cId="343244891" sldId="261"/>
            <ac:spMk id="22" creationId="{9156B469-5964-F2D6-C637-450F685184A9}"/>
          </ac:spMkLst>
        </pc:spChg>
        <pc:spChg chg="del mod">
          <ac:chgData name="John Rolzhausen" userId="f0fced98129e348e" providerId="LiveId" clId="{FAB81778-C2AB-48D5-BA9E-3E19BB729E3D}" dt="2025-11-25T00:45:48.278" v="142" actId="478"/>
          <ac:spMkLst>
            <pc:docMk/>
            <pc:sldMk cId="343244891" sldId="261"/>
            <ac:spMk id="23" creationId="{BD902014-8251-1F90-F829-62024CFD390A}"/>
          </ac:spMkLst>
        </pc:spChg>
        <pc:spChg chg="del mod">
          <ac:chgData name="John Rolzhausen" userId="f0fced98129e348e" providerId="LiveId" clId="{FAB81778-C2AB-48D5-BA9E-3E19BB729E3D}" dt="2025-11-25T00:46:00.288" v="149" actId="478"/>
          <ac:spMkLst>
            <pc:docMk/>
            <pc:sldMk cId="343244891" sldId="261"/>
            <ac:spMk id="24" creationId="{FF404100-944B-BAC5-4B07-566CF78F3744}"/>
          </ac:spMkLst>
        </pc:spChg>
        <pc:spChg chg="del">
          <ac:chgData name="John Rolzhausen" userId="f0fced98129e348e" providerId="LiveId" clId="{FAB81778-C2AB-48D5-BA9E-3E19BB729E3D}" dt="2025-11-25T00:46:03.942" v="150" actId="478"/>
          <ac:spMkLst>
            <pc:docMk/>
            <pc:sldMk cId="343244891" sldId="261"/>
            <ac:spMk id="25" creationId="{94F1F7EE-EF51-0AA3-C8A0-E6DDED6B6D7A}"/>
          </ac:spMkLst>
        </pc:spChg>
        <pc:spChg chg="del mod">
          <ac:chgData name="John Rolzhausen" userId="f0fced98129e348e" providerId="LiveId" clId="{FAB81778-C2AB-48D5-BA9E-3E19BB729E3D}" dt="2025-11-25T00:45:53.687" v="146" actId="478"/>
          <ac:spMkLst>
            <pc:docMk/>
            <pc:sldMk cId="343244891" sldId="261"/>
            <ac:spMk id="26" creationId="{48279DF2-6E3D-1D58-5ADF-052FD9F10DBB}"/>
          </ac:spMkLst>
        </pc:spChg>
        <pc:spChg chg="del">
          <ac:chgData name="John Rolzhausen" userId="f0fced98129e348e" providerId="LiveId" clId="{FAB81778-C2AB-48D5-BA9E-3E19BB729E3D}" dt="2025-11-25T00:58:15.343" v="307" actId="478"/>
          <ac:spMkLst>
            <pc:docMk/>
            <pc:sldMk cId="343244891" sldId="261"/>
            <ac:spMk id="27" creationId="{275C7481-1C7E-4705-B95E-5E02F697ACDA}"/>
          </ac:spMkLst>
        </pc:spChg>
        <pc:spChg chg="del">
          <ac:chgData name="John Rolzhausen" userId="f0fced98129e348e" providerId="LiveId" clId="{FAB81778-C2AB-48D5-BA9E-3E19BB729E3D}" dt="2025-11-25T00:58:13.535" v="306" actId="478"/>
          <ac:spMkLst>
            <pc:docMk/>
            <pc:sldMk cId="343244891" sldId="261"/>
            <ac:spMk id="28" creationId="{6EF029DC-3485-6CE3-A3B6-1AEF99B3416D}"/>
          </ac:spMkLst>
        </pc:spChg>
        <pc:spChg chg="del">
          <ac:chgData name="John Rolzhausen" userId="f0fced98129e348e" providerId="LiveId" clId="{FAB81778-C2AB-48D5-BA9E-3E19BB729E3D}" dt="2025-11-25T00:58:11.824" v="305" actId="478"/>
          <ac:spMkLst>
            <pc:docMk/>
            <pc:sldMk cId="343244891" sldId="261"/>
            <ac:spMk id="29" creationId="{E9BEC9F9-CB42-3400-E649-D08AB028A7DE}"/>
          </ac:spMkLst>
        </pc:spChg>
      </pc:sldChg>
      <pc:sldChg chg="del">
        <pc:chgData name="John Rolzhausen" userId="f0fced98129e348e" providerId="LiveId" clId="{FAB81778-C2AB-48D5-BA9E-3E19BB729E3D}" dt="2025-11-25T00:39:41.434" v="106" actId="47"/>
        <pc:sldMkLst>
          <pc:docMk/>
          <pc:sldMk cId="2475428312" sldId="263"/>
        </pc:sldMkLst>
      </pc:sldChg>
      <pc:sldChg chg="del">
        <pc:chgData name="John Rolzhausen" userId="f0fced98129e348e" providerId="LiveId" clId="{FAB81778-C2AB-48D5-BA9E-3E19BB729E3D}" dt="2025-11-25T00:39:40.711" v="105" actId="47"/>
        <pc:sldMkLst>
          <pc:docMk/>
          <pc:sldMk cId="2138627487" sldId="264"/>
        </pc:sldMkLst>
      </pc:sldChg>
      <pc:sldChg chg="modSp mod">
        <pc:chgData name="John Rolzhausen" userId="f0fced98129e348e" providerId="LiveId" clId="{FAB81778-C2AB-48D5-BA9E-3E19BB729E3D}" dt="2025-11-25T00:44:30.399" v="134" actId="6549"/>
        <pc:sldMkLst>
          <pc:docMk/>
          <pc:sldMk cId="552849500" sldId="265"/>
        </pc:sldMkLst>
        <pc:spChg chg="mod">
          <ac:chgData name="John Rolzhausen" userId="f0fced98129e348e" providerId="LiveId" clId="{FAB81778-C2AB-48D5-BA9E-3E19BB729E3D}" dt="2025-11-25T00:40:00.845" v="115"/>
          <ac:spMkLst>
            <pc:docMk/>
            <pc:sldMk cId="552849500" sldId="265"/>
            <ac:spMk id="2" creationId="{BB63C44D-230C-B9FA-0CD2-7B5DE8C31032}"/>
          </ac:spMkLst>
        </pc:spChg>
        <pc:spChg chg="mod">
          <ac:chgData name="John Rolzhausen" userId="f0fced98129e348e" providerId="LiveId" clId="{FAB81778-C2AB-48D5-BA9E-3E19BB729E3D}" dt="2025-11-25T00:44:12.798" v="133" actId="20577"/>
          <ac:spMkLst>
            <pc:docMk/>
            <pc:sldMk cId="552849500" sldId="265"/>
            <ac:spMk id="6" creationId="{51AEFDCA-DF23-6D97-BC93-5DA9496185D9}"/>
          </ac:spMkLst>
        </pc:spChg>
        <pc:spChg chg="mod">
          <ac:chgData name="John Rolzhausen" userId="f0fced98129e348e" providerId="LiveId" clId="{FAB81778-C2AB-48D5-BA9E-3E19BB729E3D}" dt="2025-11-25T00:44:30.399" v="134" actId="6549"/>
          <ac:spMkLst>
            <pc:docMk/>
            <pc:sldMk cId="552849500" sldId="265"/>
            <ac:spMk id="7" creationId="{40CFB9FF-E8C0-B4DA-F6BB-64E9D5FBC707}"/>
          </ac:spMkLst>
        </pc:spChg>
        <pc:spChg chg="mod">
          <ac:chgData name="John Rolzhausen" userId="f0fced98129e348e" providerId="LiveId" clId="{FAB81778-C2AB-48D5-BA9E-3E19BB729E3D}" dt="2025-11-25T00:44:00.152" v="131" actId="6549"/>
          <ac:spMkLst>
            <pc:docMk/>
            <pc:sldMk cId="552849500" sldId="265"/>
            <ac:spMk id="15" creationId="{6A7538DD-9580-A6E8-B2B3-533A1151D60A}"/>
          </ac:spMkLst>
        </pc:spChg>
      </pc:sldChg>
      <pc:sldChg chg="del">
        <pc:chgData name="John Rolzhausen" userId="f0fced98129e348e" providerId="LiveId" clId="{FAB81778-C2AB-48D5-BA9E-3E19BB729E3D}" dt="2025-11-25T00:39:41.974" v="107" actId="47"/>
        <pc:sldMkLst>
          <pc:docMk/>
          <pc:sldMk cId="2972217979" sldId="266"/>
        </pc:sldMkLst>
      </pc:sldChg>
      <pc:sldChg chg="modSp add mod">
        <pc:chgData name="John Rolzhausen" userId="f0fced98129e348e" providerId="LiveId" clId="{FAB81778-C2AB-48D5-BA9E-3E19BB729E3D}" dt="2025-11-25T00:43:49.359" v="130" actId="6549"/>
        <pc:sldMkLst>
          <pc:docMk/>
          <pc:sldMk cId="3143335784" sldId="266"/>
        </pc:sldMkLst>
        <pc:spChg chg="mod">
          <ac:chgData name="John Rolzhausen" userId="f0fced98129e348e" providerId="LiveId" clId="{FAB81778-C2AB-48D5-BA9E-3E19BB729E3D}" dt="2025-11-25T00:41:44.578" v="123" actId="20577"/>
          <ac:spMkLst>
            <pc:docMk/>
            <pc:sldMk cId="3143335784" sldId="266"/>
            <ac:spMk id="2" creationId="{1D639DA7-98F0-EB88-B4E6-580F396763B0}"/>
          </ac:spMkLst>
        </pc:spChg>
        <pc:spChg chg="mod">
          <ac:chgData name="John Rolzhausen" userId="f0fced98129e348e" providerId="LiveId" clId="{FAB81778-C2AB-48D5-BA9E-3E19BB729E3D}" dt="2025-11-25T00:43:42.469" v="129" actId="6549"/>
          <ac:spMkLst>
            <pc:docMk/>
            <pc:sldMk cId="3143335784" sldId="266"/>
            <ac:spMk id="6" creationId="{20517216-C3DB-FF9E-31BB-2E6FD4C6E6A8}"/>
          </ac:spMkLst>
        </pc:spChg>
        <pc:spChg chg="mod">
          <ac:chgData name="John Rolzhausen" userId="f0fced98129e348e" providerId="LiveId" clId="{FAB81778-C2AB-48D5-BA9E-3E19BB729E3D}" dt="2025-11-25T00:43:34.669" v="128"/>
          <ac:spMkLst>
            <pc:docMk/>
            <pc:sldMk cId="3143335784" sldId="266"/>
            <ac:spMk id="7" creationId="{F4A55AC2-637C-0789-2172-03D5DC22D3DD}"/>
          </ac:spMkLst>
        </pc:spChg>
        <pc:spChg chg="mod">
          <ac:chgData name="John Rolzhausen" userId="f0fced98129e348e" providerId="LiveId" clId="{FAB81778-C2AB-48D5-BA9E-3E19BB729E3D}" dt="2025-11-25T00:43:49.359" v="130" actId="6549"/>
          <ac:spMkLst>
            <pc:docMk/>
            <pc:sldMk cId="3143335784" sldId="266"/>
            <ac:spMk id="15" creationId="{0FB56D90-96FC-6239-8164-BA5E46668203}"/>
          </ac:spMkLst>
        </pc:spChg>
      </pc:sldChg>
      <pc:sldChg chg="modSp add mod">
        <pc:chgData name="John Rolzhausen" userId="f0fced98129e348e" providerId="LiveId" clId="{FAB81778-C2AB-48D5-BA9E-3E19BB729E3D}" dt="2025-11-25T01:00:50.126" v="428" actId="6549"/>
        <pc:sldMkLst>
          <pc:docMk/>
          <pc:sldMk cId="4066712892" sldId="267"/>
        </pc:sldMkLst>
        <pc:spChg chg="mod">
          <ac:chgData name="John Rolzhausen" userId="f0fced98129e348e" providerId="LiveId" clId="{FAB81778-C2AB-48D5-BA9E-3E19BB729E3D}" dt="2025-11-25T00:58:49.095" v="332" actId="20577"/>
          <ac:spMkLst>
            <pc:docMk/>
            <pc:sldMk cId="4066712892" sldId="267"/>
            <ac:spMk id="2" creationId="{A27CFEFE-699A-C4F3-4D49-02AA78CD8DFD}"/>
          </ac:spMkLst>
        </pc:spChg>
        <pc:spChg chg="mod">
          <ac:chgData name="John Rolzhausen" userId="f0fced98129e348e" providerId="LiveId" clId="{FAB81778-C2AB-48D5-BA9E-3E19BB729E3D}" dt="2025-11-25T01:00:50.126" v="428" actId="6549"/>
          <ac:spMkLst>
            <pc:docMk/>
            <pc:sldMk cId="4066712892" sldId="267"/>
            <ac:spMk id="6" creationId="{5100FB43-665C-7DA3-A740-69F173804B53}"/>
          </ac:spMkLst>
        </pc:spChg>
      </pc:sldChg>
      <pc:sldChg chg="del">
        <pc:chgData name="John Rolzhausen" userId="f0fced98129e348e" providerId="LiveId" clId="{FAB81778-C2AB-48D5-BA9E-3E19BB729E3D}" dt="2025-11-25T00:39:42.885" v="109" actId="47"/>
        <pc:sldMkLst>
          <pc:docMk/>
          <pc:sldMk cId="4147148968" sldId="267"/>
        </pc:sldMkLst>
      </pc:sldChg>
      <pc:sldChg chg="addSp delSp modSp add mod ord">
        <pc:chgData name="John Rolzhausen" userId="f0fced98129e348e" providerId="LiveId" clId="{FAB81778-C2AB-48D5-BA9E-3E19BB729E3D}" dt="2025-11-25T01:48:27.474" v="1162" actId="20577"/>
        <pc:sldMkLst>
          <pc:docMk/>
          <pc:sldMk cId="3129327625" sldId="268"/>
        </pc:sldMkLst>
        <pc:spChg chg="mod">
          <ac:chgData name="John Rolzhausen" userId="f0fced98129e348e" providerId="LiveId" clId="{FAB81778-C2AB-48D5-BA9E-3E19BB729E3D}" dt="2025-11-25T01:04:34.952" v="432"/>
          <ac:spMkLst>
            <pc:docMk/>
            <pc:sldMk cId="3129327625" sldId="268"/>
            <ac:spMk id="2" creationId="{21E3F813-36D1-63A6-75CD-4D8B7473A4EA}"/>
          </ac:spMkLst>
        </pc:spChg>
        <pc:spChg chg="mod">
          <ac:chgData name="John Rolzhausen" userId="f0fced98129e348e" providerId="LiveId" clId="{FAB81778-C2AB-48D5-BA9E-3E19BB729E3D}" dt="2025-11-25T01:04:47.836" v="433"/>
          <ac:spMkLst>
            <pc:docMk/>
            <pc:sldMk cId="3129327625" sldId="268"/>
            <ac:spMk id="3" creationId="{A1AADB1B-B647-6024-ECBF-1E1B2B2DB799}"/>
          </ac:spMkLst>
        </pc:spChg>
        <pc:spChg chg="mod">
          <ac:chgData name="John Rolzhausen" userId="f0fced98129e348e" providerId="LiveId" clId="{FAB81778-C2AB-48D5-BA9E-3E19BB729E3D}" dt="2025-11-25T01:05:36.897" v="437"/>
          <ac:spMkLst>
            <pc:docMk/>
            <pc:sldMk cId="3129327625" sldId="268"/>
            <ac:spMk id="4" creationId="{5F28908A-699D-D0FF-E480-851167A6F946}"/>
          </ac:spMkLst>
        </pc:spChg>
        <pc:spChg chg="del mod">
          <ac:chgData name="John Rolzhausen" userId="f0fced98129e348e" providerId="LiveId" clId="{FAB81778-C2AB-48D5-BA9E-3E19BB729E3D}" dt="2025-11-25T01:06:13.014" v="440"/>
          <ac:spMkLst>
            <pc:docMk/>
            <pc:sldMk cId="3129327625" sldId="268"/>
            <ac:spMk id="5" creationId="{64305438-4F82-11AC-735D-F67C411BBBB3}"/>
          </ac:spMkLst>
        </pc:spChg>
        <pc:spChg chg="del mod">
          <ac:chgData name="John Rolzhausen" userId="f0fced98129e348e" providerId="LiveId" clId="{FAB81778-C2AB-48D5-BA9E-3E19BB729E3D}" dt="2025-11-25T01:14:43.176" v="495" actId="478"/>
          <ac:spMkLst>
            <pc:docMk/>
            <pc:sldMk cId="3129327625" sldId="268"/>
            <ac:spMk id="6" creationId="{47FA6972-0D46-F772-1954-DDAD7418F580}"/>
          </ac:spMkLst>
        </pc:spChg>
        <pc:spChg chg="add mod">
          <ac:chgData name="John Rolzhausen" userId="f0fced98129e348e" providerId="LiveId" clId="{FAB81778-C2AB-48D5-BA9E-3E19BB729E3D}" dt="2025-11-25T01:07:15.706" v="463"/>
          <ac:spMkLst>
            <pc:docMk/>
            <pc:sldMk cId="3129327625" sldId="268"/>
            <ac:spMk id="7" creationId="{63AC146A-1F15-E4BC-AAD6-E47B346D83E9}"/>
          </ac:spMkLst>
        </pc:spChg>
        <pc:spChg chg="mod">
          <ac:chgData name="John Rolzhausen" userId="f0fced98129e348e" providerId="LiveId" clId="{FAB81778-C2AB-48D5-BA9E-3E19BB729E3D}" dt="2025-11-25T01:24:52.120" v="691" actId="1076"/>
          <ac:spMkLst>
            <pc:docMk/>
            <pc:sldMk cId="3129327625" sldId="268"/>
            <ac:spMk id="9" creationId="{CE35E042-2ED2-DB0E-D20D-4613825F78D9}"/>
          </ac:spMkLst>
        </pc:spChg>
        <pc:spChg chg="add del mod">
          <ac:chgData name="John Rolzhausen" userId="f0fced98129e348e" providerId="LiveId" clId="{FAB81778-C2AB-48D5-BA9E-3E19BB729E3D}" dt="2025-11-25T01:20:38.723" v="624" actId="478"/>
          <ac:spMkLst>
            <pc:docMk/>
            <pc:sldMk cId="3129327625" sldId="268"/>
            <ac:spMk id="10" creationId="{B70FACB8-64E2-9A74-1EA2-8B4574AFD5EA}"/>
          </ac:spMkLst>
        </pc:spChg>
        <pc:spChg chg="add del mod">
          <ac:chgData name="John Rolzhausen" userId="f0fced98129e348e" providerId="LiveId" clId="{FAB81778-C2AB-48D5-BA9E-3E19BB729E3D}" dt="2025-11-25T01:17:58.426" v="577" actId="478"/>
          <ac:spMkLst>
            <pc:docMk/>
            <pc:sldMk cId="3129327625" sldId="268"/>
            <ac:spMk id="11" creationId="{AB8FEC0D-ACCF-D5A1-90F4-FCBDBC97ED75}"/>
          </ac:spMkLst>
        </pc:spChg>
        <pc:spChg chg="add mod">
          <ac:chgData name="John Rolzhausen" userId="f0fced98129e348e" providerId="LiveId" clId="{FAB81778-C2AB-48D5-BA9E-3E19BB729E3D}" dt="2025-11-25T01:38:34.434" v="872" actId="14100"/>
          <ac:spMkLst>
            <pc:docMk/>
            <pc:sldMk cId="3129327625" sldId="268"/>
            <ac:spMk id="12" creationId="{01E20F66-E1FF-099A-A5C6-167E116DC70D}"/>
          </ac:spMkLst>
        </pc:spChg>
        <pc:spChg chg="add del mod">
          <ac:chgData name="John Rolzhausen" userId="f0fced98129e348e" providerId="LiveId" clId="{FAB81778-C2AB-48D5-BA9E-3E19BB729E3D}" dt="2025-11-25T01:45:23.345" v="1045" actId="1076"/>
          <ac:spMkLst>
            <pc:docMk/>
            <pc:sldMk cId="3129327625" sldId="268"/>
            <ac:spMk id="13" creationId="{47A31A45-14E5-EE91-269E-BCFD777B012B}"/>
          </ac:spMkLst>
        </pc:spChg>
        <pc:spChg chg="add del mod">
          <ac:chgData name="John Rolzhausen" userId="f0fced98129e348e" providerId="LiveId" clId="{FAB81778-C2AB-48D5-BA9E-3E19BB729E3D}" dt="2025-11-25T01:41:23.786" v="935" actId="478"/>
          <ac:spMkLst>
            <pc:docMk/>
            <pc:sldMk cId="3129327625" sldId="268"/>
            <ac:spMk id="14" creationId="{2C12C9C1-1921-2CF3-A8EA-D3352068364B}"/>
          </ac:spMkLst>
        </pc:spChg>
        <pc:spChg chg="add del mod">
          <ac:chgData name="John Rolzhausen" userId="f0fced98129e348e" providerId="LiveId" clId="{FAB81778-C2AB-48D5-BA9E-3E19BB729E3D}" dt="2025-11-25T01:25:40.102" v="695" actId="478"/>
          <ac:spMkLst>
            <pc:docMk/>
            <pc:sldMk cId="3129327625" sldId="268"/>
            <ac:spMk id="15" creationId="{87418195-1353-588B-AEE0-8CA3158CEBC9}"/>
          </ac:spMkLst>
        </pc:spChg>
        <pc:spChg chg="add del mod">
          <ac:chgData name="John Rolzhausen" userId="f0fced98129e348e" providerId="LiveId" clId="{FAB81778-C2AB-48D5-BA9E-3E19BB729E3D}" dt="2025-11-25T01:26:06.870" v="697" actId="478"/>
          <ac:spMkLst>
            <pc:docMk/>
            <pc:sldMk cId="3129327625" sldId="268"/>
            <ac:spMk id="16" creationId="{00FFC53E-F6C3-1E46-5C78-95E8BF559639}"/>
          </ac:spMkLst>
        </pc:spChg>
        <pc:spChg chg="add mod">
          <ac:chgData name="John Rolzhausen" userId="f0fced98129e348e" providerId="LiveId" clId="{FAB81778-C2AB-48D5-BA9E-3E19BB729E3D}" dt="2025-11-25T01:36:22.899" v="806" actId="1076"/>
          <ac:spMkLst>
            <pc:docMk/>
            <pc:sldMk cId="3129327625" sldId="268"/>
            <ac:spMk id="17" creationId="{6A30AAE2-AFB8-3F29-BEDB-63DAC7367C98}"/>
          </ac:spMkLst>
        </pc:spChg>
        <pc:spChg chg="add del mod">
          <ac:chgData name="John Rolzhausen" userId="f0fced98129e348e" providerId="LiveId" clId="{FAB81778-C2AB-48D5-BA9E-3E19BB729E3D}" dt="2025-11-25T01:41:49.586" v="938" actId="478"/>
          <ac:spMkLst>
            <pc:docMk/>
            <pc:sldMk cId="3129327625" sldId="268"/>
            <ac:spMk id="18" creationId="{33C04EDC-119C-3F72-76D7-B8AFC4DF2465}"/>
          </ac:spMkLst>
        </pc:spChg>
        <pc:spChg chg="add mod">
          <ac:chgData name="John Rolzhausen" userId="f0fced98129e348e" providerId="LiveId" clId="{FAB81778-C2AB-48D5-BA9E-3E19BB729E3D}" dt="2025-11-25T01:41:43.677" v="937" actId="1076"/>
          <ac:spMkLst>
            <pc:docMk/>
            <pc:sldMk cId="3129327625" sldId="268"/>
            <ac:spMk id="19" creationId="{F39F4C7C-67DF-58E9-301A-4FD1155B3BDE}"/>
          </ac:spMkLst>
        </pc:spChg>
        <pc:spChg chg="add mod">
          <ac:chgData name="John Rolzhausen" userId="f0fced98129e348e" providerId="LiveId" clId="{FAB81778-C2AB-48D5-BA9E-3E19BB729E3D}" dt="2025-11-25T01:45:19.365" v="1044" actId="1076"/>
          <ac:spMkLst>
            <pc:docMk/>
            <pc:sldMk cId="3129327625" sldId="268"/>
            <ac:spMk id="20" creationId="{458DE8C2-E853-3DE7-3EBB-912021AD3E0A}"/>
          </ac:spMkLst>
        </pc:spChg>
        <pc:spChg chg="add del">
          <ac:chgData name="John Rolzhausen" userId="f0fced98129e348e" providerId="LiveId" clId="{FAB81778-C2AB-48D5-BA9E-3E19BB729E3D}" dt="2025-11-25T01:46:00.252" v="1047" actId="478"/>
          <ac:spMkLst>
            <pc:docMk/>
            <pc:sldMk cId="3129327625" sldId="268"/>
            <ac:spMk id="21" creationId="{30F8FE19-E7CA-D06C-1318-3567DAEAE142}"/>
          </ac:spMkLst>
        </pc:spChg>
        <pc:spChg chg="add mod">
          <ac:chgData name="John Rolzhausen" userId="f0fced98129e348e" providerId="LiveId" clId="{FAB81778-C2AB-48D5-BA9E-3E19BB729E3D}" dt="2025-11-25T01:47:29.912" v="1100" actId="1076"/>
          <ac:spMkLst>
            <pc:docMk/>
            <pc:sldMk cId="3129327625" sldId="268"/>
            <ac:spMk id="22" creationId="{6BD2DE66-C7F7-FA17-58B4-2E5524135538}"/>
          </ac:spMkLst>
        </pc:spChg>
        <pc:spChg chg="add mod">
          <ac:chgData name="John Rolzhausen" userId="f0fced98129e348e" providerId="LiveId" clId="{FAB81778-C2AB-48D5-BA9E-3E19BB729E3D}" dt="2025-11-25T01:47:29.912" v="1100" actId="1076"/>
          <ac:spMkLst>
            <pc:docMk/>
            <pc:sldMk cId="3129327625" sldId="268"/>
            <ac:spMk id="23" creationId="{302F54E7-DA2F-D064-9D62-1215C73ED0EE}"/>
          </ac:spMkLst>
        </pc:spChg>
        <pc:spChg chg="add mod">
          <ac:chgData name="John Rolzhausen" userId="f0fced98129e348e" providerId="LiveId" clId="{FAB81778-C2AB-48D5-BA9E-3E19BB729E3D}" dt="2025-11-25T01:48:27.474" v="1162" actId="20577"/>
          <ac:spMkLst>
            <pc:docMk/>
            <pc:sldMk cId="3129327625" sldId="268"/>
            <ac:spMk id="24" creationId="{178E4F42-B981-8512-223C-B280F861CF74}"/>
          </ac:spMkLst>
        </pc:spChg>
      </pc:sldChg>
      <pc:sldChg chg="del">
        <pc:chgData name="John Rolzhausen" userId="f0fced98129e348e" providerId="LiveId" clId="{FAB81778-C2AB-48D5-BA9E-3E19BB729E3D}" dt="2025-11-25T00:39:42.462" v="108" actId="47"/>
        <pc:sldMkLst>
          <pc:docMk/>
          <pc:sldMk cId="3202500457" sldId="268"/>
        </pc:sldMkLst>
      </pc:sldChg>
      <pc:sldChg chg="del">
        <pc:chgData name="John Rolzhausen" userId="f0fced98129e348e" providerId="LiveId" clId="{FAB81778-C2AB-48D5-BA9E-3E19BB729E3D}" dt="2025-11-25T00:39:43.285" v="110" actId="47"/>
        <pc:sldMkLst>
          <pc:docMk/>
          <pc:sldMk cId="2446892681" sldId="269"/>
        </pc:sldMkLst>
      </pc:sldChg>
      <pc:sldChg chg="modSp add mod">
        <pc:chgData name="John Rolzhausen" userId="f0fced98129e348e" providerId="LiveId" clId="{FAB81778-C2AB-48D5-BA9E-3E19BB729E3D}" dt="2025-11-25T01:13:25.497" v="491" actId="6549"/>
        <pc:sldMkLst>
          <pc:docMk/>
          <pc:sldMk cId="2490386692" sldId="269"/>
        </pc:sldMkLst>
        <pc:spChg chg="mod">
          <ac:chgData name="John Rolzhausen" userId="f0fced98129e348e" providerId="LiveId" clId="{FAB81778-C2AB-48D5-BA9E-3E19BB729E3D}" dt="2025-11-25T01:08:10.437" v="467"/>
          <ac:spMkLst>
            <pc:docMk/>
            <pc:sldMk cId="2490386692" sldId="269"/>
            <ac:spMk id="2" creationId="{A7346322-FAB0-E029-8940-CA85F4805FC0}"/>
          </ac:spMkLst>
        </pc:spChg>
        <pc:spChg chg="mod">
          <ac:chgData name="John Rolzhausen" userId="f0fced98129e348e" providerId="LiveId" clId="{FAB81778-C2AB-48D5-BA9E-3E19BB729E3D}" dt="2025-11-25T01:13:15.656" v="490" actId="6549"/>
          <ac:spMkLst>
            <pc:docMk/>
            <pc:sldMk cId="2490386692" sldId="269"/>
            <ac:spMk id="6" creationId="{365A0F47-7E0E-7051-E86C-29BD0EBBF1FD}"/>
          </ac:spMkLst>
        </pc:spChg>
        <pc:spChg chg="mod">
          <ac:chgData name="John Rolzhausen" userId="f0fced98129e348e" providerId="LiveId" clId="{FAB81778-C2AB-48D5-BA9E-3E19BB729E3D}" dt="2025-11-25T01:13:25.497" v="491" actId="6549"/>
          <ac:spMkLst>
            <pc:docMk/>
            <pc:sldMk cId="2490386692" sldId="269"/>
            <ac:spMk id="7" creationId="{AE1B969D-4DAE-60EE-7421-F008CAE7B84E}"/>
          </ac:spMkLst>
        </pc:spChg>
        <pc:spChg chg="mod">
          <ac:chgData name="John Rolzhausen" userId="f0fced98129e348e" providerId="LiveId" clId="{FAB81778-C2AB-48D5-BA9E-3E19BB729E3D}" dt="2025-11-25T01:13:04.444" v="489" actId="6549"/>
          <ac:spMkLst>
            <pc:docMk/>
            <pc:sldMk cId="2490386692" sldId="269"/>
            <ac:spMk id="15" creationId="{60DA4D03-46A1-F8A7-66EE-A4A068FE07DA}"/>
          </ac:spMkLst>
        </pc:spChg>
      </pc:sldChg>
      <pc:sldChg chg="del">
        <pc:chgData name="John Rolzhausen" userId="f0fced98129e348e" providerId="LiveId" clId="{FAB81778-C2AB-48D5-BA9E-3E19BB729E3D}" dt="2025-11-25T00:39:43.707" v="111" actId="47"/>
        <pc:sldMkLst>
          <pc:docMk/>
          <pc:sldMk cId="1376577602" sldId="270"/>
        </pc:sldMkLst>
      </pc:sldChg>
      <pc:sldChg chg="modSp add mod">
        <pc:chgData name="John Rolzhausen" userId="f0fced98129e348e" providerId="LiveId" clId="{FAB81778-C2AB-48D5-BA9E-3E19BB729E3D}" dt="2025-11-25T01:12:54.288" v="488" actId="6549"/>
        <pc:sldMkLst>
          <pc:docMk/>
          <pc:sldMk cId="4282109440" sldId="270"/>
        </pc:sldMkLst>
        <pc:spChg chg="mod">
          <ac:chgData name="John Rolzhausen" userId="f0fced98129e348e" providerId="LiveId" clId="{FAB81778-C2AB-48D5-BA9E-3E19BB729E3D}" dt="2025-11-25T01:10:47.236" v="480" actId="20577"/>
          <ac:spMkLst>
            <pc:docMk/>
            <pc:sldMk cId="4282109440" sldId="270"/>
            <ac:spMk id="2" creationId="{71497889-2B17-DD3A-C592-E063FB362AD6}"/>
          </ac:spMkLst>
        </pc:spChg>
        <pc:spChg chg="mod">
          <ac:chgData name="John Rolzhausen" userId="f0fced98129e348e" providerId="LiveId" clId="{FAB81778-C2AB-48D5-BA9E-3E19BB729E3D}" dt="2025-11-25T01:12:46.033" v="487" actId="20577"/>
          <ac:spMkLst>
            <pc:docMk/>
            <pc:sldMk cId="4282109440" sldId="270"/>
            <ac:spMk id="6" creationId="{50573652-DF9B-CB9C-EE8F-0B5A830D1660}"/>
          </ac:spMkLst>
        </pc:spChg>
        <pc:spChg chg="mod">
          <ac:chgData name="John Rolzhausen" userId="f0fced98129e348e" providerId="LiveId" clId="{FAB81778-C2AB-48D5-BA9E-3E19BB729E3D}" dt="2025-11-25T01:12:37.425" v="485" actId="6549"/>
          <ac:spMkLst>
            <pc:docMk/>
            <pc:sldMk cId="4282109440" sldId="270"/>
            <ac:spMk id="7" creationId="{7E166C09-2348-D5DB-A98F-2959DEC60593}"/>
          </ac:spMkLst>
        </pc:spChg>
        <pc:spChg chg="mod">
          <ac:chgData name="John Rolzhausen" userId="f0fced98129e348e" providerId="LiveId" clId="{FAB81778-C2AB-48D5-BA9E-3E19BB729E3D}" dt="2025-11-25T01:12:54.288" v="488" actId="6549"/>
          <ac:spMkLst>
            <pc:docMk/>
            <pc:sldMk cId="4282109440" sldId="270"/>
            <ac:spMk id="15" creationId="{0B8D833A-A0EF-1A39-49C1-96BB986D459E}"/>
          </ac:spMkLst>
        </pc:spChg>
      </pc:sldChg>
      <pc:sldChg chg="addSp delSp modSp add mod ord">
        <pc:chgData name="John Rolzhausen" userId="f0fced98129e348e" providerId="LiveId" clId="{FAB81778-C2AB-48D5-BA9E-3E19BB729E3D}" dt="2025-11-25T02:26:58.554" v="1648" actId="1076"/>
        <pc:sldMkLst>
          <pc:docMk/>
          <pc:sldMk cId="195305977" sldId="271"/>
        </pc:sldMkLst>
        <pc:spChg chg="mod">
          <ac:chgData name="John Rolzhausen" userId="f0fced98129e348e" providerId="LiveId" clId="{FAB81778-C2AB-48D5-BA9E-3E19BB729E3D}" dt="2025-11-25T01:54:35.155" v="1166"/>
          <ac:spMkLst>
            <pc:docMk/>
            <pc:sldMk cId="195305977" sldId="271"/>
            <ac:spMk id="2" creationId="{103BAAB7-5373-F8EC-2BFC-AD610AA9BD1D}"/>
          </ac:spMkLst>
        </pc:spChg>
        <pc:spChg chg="mod">
          <ac:chgData name="John Rolzhausen" userId="f0fced98129e348e" providerId="LiveId" clId="{FAB81778-C2AB-48D5-BA9E-3E19BB729E3D}" dt="2025-11-25T01:54:47.148" v="1167"/>
          <ac:spMkLst>
            <pc:docMk/>
            <pc:sldMk cId="195305977" sldId="271"/>
            <ac:spMk id="3" creationId="{913D6D44-FD1C-1FF8-3992-8E6FE19FF627}"/>
          </ac:spMkLst>
        </pc:spChg>
        <pc:spChg chg="mod">
          <ac:chgData name="John Rolzhausen" userId="f0fced98129e348e" providerId="LiveId" clId="{FAB81778-C2AB-48D5-BA9E-3E19BB729E3D}" dt="2025-11-25T01:55:09.374" v="1169"/>
          <ac:spMkLst>
            <pc:docMk/>
            <pc:sldMk cId="195305977" sldId="271"/>
            <ac:spMk id="4" creationId="{40E449D1-306E-AF65-1BF1-D1B56ABC8EF6}"/>
          </ac:spMkLst>
        </pc:spChg>
        <pc:spChg chg="add mod">
          <ac:chgData name="John Rolzhausen" userId="f0fced98129e348e" providerId="LiveId" clId="{FAB81778-C2AB-48D5-BA9E-3E19BB729E3D}" dt="2025-11-25T02:13:20.911" v="1379" actId="1076"/>
          <ac:spMkLst>
            <pc:docMk/>
            <pc:sldMk cId="195305977" sldId="271"/>
            <ac:spMk id="5" creationId="{16C424AF-8B7F-7769-6076-77F7801B1E77}"/>
          </ac:spMkLst>
        </pc:spChg>
        <pc:spChg chg="add mod">
          <ac:chgData name="John Rolzhausen" userId="f0fced98129e348e" providerId="LiveId" clId="{FAB81778-C2AB-48D5-BA9E-3E19BB729E3D}" dt="2025-11-25T02:13:20.911" v="1379" actId="1076"/>
          <ac:spMkLst>
            <pc:docMk/>
            <pc:sldMk cId="195305977" sldId="271"/>
            <ac:spMk id="6" creationId="{3994B73D-6142-2B6D-333A-5F8F42B51ED7}"/>
          </ac:spMkLst>
        </pc:spChg>
        <pc:spChg chg="mod">
          <ac:chgData name="John Rolzhausen" userId="f0fced98129e348e" providerId="LiveId" clId="{FAB81778-C2AB-48D5-BA9E-3E19BB729E3D}" dt="2025-11-25T01:56:47.470" v="1189" actId="20577"/>
          <ac:spMkLst>
            <pc:docMk/>
            <pc:sldMk cId="195305977" sldId="271"/>
            <ac:spMk id="7" creationId="{E44898C2-6BD6-3395-B38B-E99EC229E788}"/>
          </ac:spMkLst>
        </pc:spChg>
        <pc:spChg chg="mod">
          <ac:chgData name="John Rolzhausen" userId="f0fced98129e348e" providerId="LiveId" clId="{FAB81778-C2AB-48D5-BA9E-3E19BB729E3D}" dt="2025-11-25T02:25:31.417" v="1639"/>
          <ac:spMkLst>
            <pc:docMk/>
            <pc:sldMk cId="195305977" sldId="271"/>
            <ac:spMk id="9" creationId="{08E1EED1-1214-65D2-255E-D9E779619469}"/>
          </ac:spMkLst>
        </pc:spChg>
        <pc:spChg chg="add mod">
          <ac:chgData name="John Rolzhausen" userId="f0fced98129e348e" providerId="LiveId" clId="{FAB81778-C2AB-48D5-BA9E-3E19BB729E3D}" dt="2025-11-25T02:13:20.911" v="1379" actId="1076"/>
          <ac:spMkLst>
            <pc:docMk/>
            <pc:sldMk cId="195305977" sldId="271"/>
            <ac:spMk id="10" creationId="{24CC7C64-4BBC-42E4-D537-C1F5F0F129A0}"/>
          </ac:spMkLst>
        </pc:spChg>
        <pc:spChg chg="add mod">
          <ac:chgData name="John Rolzhausen" userId="f0fced98129e348e" providerId="LiveId" clId="{FAB81778-C2AB-48D5-BA9E-3E19BB729E3D}" dt="2025-11-25T02:13:20.911" v="1379" actId="1076"/>
          <ac:spMkLst>
            <pc:docMk/>
            <pc:sldMk cId="195305977" sldId="271"/>
            <ac:spMk id="11" creationId="{C44E75CA-BFE8-9629-04B8-EEFCB40DE04C}"/>
          </ac:spMkLst>
        </pc:spChg>
        <pc:spChg chg="del mod">
          <ac:chgData name="John Rolzhausen" userId="f0fced98129e348e" providerId="LiveId" clId="{FAB81778-C2AB-48D5-BA9E-3E19BB729E3D}" dt="2025-11-25T01:55:52.884" v="1174" actId="478"/>
          <ac:spMkLst>
            <pc:docMk/>
            <pc:sldMk cId="195305977" sldId="271"/>
            <ac:spMk id="12" creationId="{CFC43622-DB21-36B0-11F1-C2CEFB8EA9A2}"/>
          </ac:spMkLst>
        </pc:spChg>
        <pc:spChg chg="del">
          <ac:chgData name="John Rolzhausen" userId="f0fced98129e348e" providerId="LiveId" clId="{FAB81778-C2AB-48D5-BA9E-3E19BB729E3D}" dt="2025-11-25T01:55:57.197" v="1176" actId="478"/>
          <ac:spMkLst>
            <pc:docMk/>
            <pc:sldMk cId="195305977" sldId="271"/>
            <ac:spMk id="13" creationId="{6AB97F33-9E9A-45C7-C5A7-D23F42021670}"/>
          </ac:spMkLst>
        </pc:spChg>
        <pc:spChg chg="add mod">
          <ac:chgData name="John Rolzhausen" userId="f0fced98129e348e" providerId="LiveId" clId="{FAB81778-C2AB-48D5-BA9E-3E19BB729E3D}" dt="2025-11-25T02:23:28.411" v="1558" actId="113"/>
          <ac:spMkLst>
            <pc:docMk/>
            <pc:sldMk cId="195305977" sldId="271"/>
            <ac:spMk id="14" creationId="{5C8E31ED-B624-5348-6EA5-BC20A6CB1A4F}"/>
          </ac:spMkLst>
        </pc:spChg>
        <pc:spChg chg="add mod">
          <ac:chgData name="John Rolzhausen" userId="f0fced98129e348e" providerId="LiveId" clId="{FAB81778-C2AB-48D5-BA9E-3E19BB729E3D}" dt="2025-11-25T02:23:35.221" v="1560" actId="113"/>
          <ac:spMkLst>
            <pc:docMk/>
            <pc:sldMk cId="195305977" sldId="271"/>
            <ac:spMk id="15" creationId="{71429429-ADBE-FED2-9408-B2CCB6DD2073}"/>
          </ac:spMkLst>
        </pc:spChg>
        <pc:spChg chg="add mod">
          <ac:chgData name="John Rolzhausen" userId="f0fced98129e348e" providerId="LiveId" clId="{FAB81778-C2AB-48D5-BA9E-3E19BB729E3D}" dt="2025-11-25T02:23:49.688" v="1564" actId="113"/>
          <ac:spMkLst>
            <pc:docMk/>
            <pc:sldMk cId="195305977" sldId="271"/>
            <ac:spMk id="16" creationId="{044A0F55-B8ED-F166-52E6-029608DD6B9B}"/>
          </ac:spMkLst>
        </pc:spChg>
        <pc:spChg chg="add mod">
          <ac:chgData name="John Rolzhausen" userId="f0fced98129e348e" providerId="LiveId" clId="{FAB81778-C2AB-48D5-BA9E-3E19BB729E3D}" dt="2025-11-25T02:25:57.786" v="1640" actId="1076"/>
          <ac:spMkLst>
            <pc:docMk/>
            <pc:sldMk cId="195305977" sldId="271"/>
            <ac:spMk id="17" creationId="{B27C4460-83D1-8268-F6A5-5CEBFE42E518}"/>
          </ac:spMkLst>
        </pc:spChg>
        <pc:spChg chg="add mod">
          <ac:chgData name="John Rolzhausen" userId="f0fced98129e348e" providerId="LiveId" clId="{FAB81778-C2AB-48D5-BA9E-3E19BB729E3D}" dt="2025-11-25T02:26:58.554" v="1648" actId="1076"/>
          <ac:spMkLst>
            <pc:docMk/>
            <pc:sldMk cId="195305977" sldId="271"/>
            <ac:spMk id="18" creationId="{F2CC5DA3-5EF4-BF05-4450-A45ACDF7A49B}"/>
          </ac:spMkLst>
        </pc:spChg>
        <pc:spChg chg="del">
          <ac:chgData name="John Rolzhausen" userId="f0fced98129e348e" providerId="LiveId" clId="{FAB81778-C2AB-48D5-BA9E-3E19BB729E3D}" dt="2025-11-25T01:55:58.630" v="1177" actId="478"/>
          <ac:spMkLst>
            <pc:docMk/>
            <pc:sldMk cId="195305977" sldId="271"/>
            <ac:spMk id="19" creationId="{8D47EAF2-3CED-D05B-505B-F939DAD34B29}"/>
          </ac:spMkLst>
        </pc:spChg>
        <pc:spChg chg="del">
          <ac:chgData name="John Rolzhausen" userId="f0fced98129e348e" providerId="LiveId" clId="{FAB81778-C2AB-48D5-BA9E-3E19BB729E3D}" dt="2025-11-25T01:55:54.708" v="1175" actId="478"/>
          <ac:spMkLst>
            <pc:docMk/>
            <pc:sldMk cId="195305977" sldId="271"/>
            <ac:spMk id="20" creationId="{8B3377DC-7A53-B92F-5CBD-BF57C7BC80ED}"/>
          </ac:spMkLst>
        </pc:spChg>
        <pc:spChg chg="del mod">
          <ac:chgData name="John Rolzhausen" userId="f0fced98129e348e" providerId="LiveId" clId="{FAB81778-C2AB-48D5-BA9E-3E19BB729E3D}" dt="2025-11-25T01:56:01.472" v="1180" actId="478"/>
          <ac:spMkLst>
            <pc:docMk/>
            <pc:sldMk cId="195305977" sldId="271"/>
            <ac:spMk id="22" creationId="{57B73C6A-1B7D-3695-0C54-D10093308CF3}"/>
          </ac:spMkLst>
        </pc:spChg>
        <pc:spChg chg="del">
          <ac:chgData name="John Rolzhausen" userId="f0fced98129e348e" providerId="LiveId" clId="{FAB81778-C2AB-48D5-BA9E-3E19BB729E3D}" dt="2025-11-25T01:56:00.512" v="1179" actId="478"/>
          <ac:spMkLst>
            <pc:docMk/>
            <pc:sldMk cId="195305977" sldId="271"/>
            <ac:spMk id="23" creationId="{1E29DBF6-3E0D-166D-3250-7BF19829F1A6}"/>
          </ac:spMkLst>
        </pc:spChg>
        <pc:spChg chg="del mod">
          <ac:chgData name="John Rolzhausen" userId="f0fced98129e348e" providerId="LiveId" clId="{FAB81778-C2AB-48D5-BA9E-3E19BB729E3D}" dt="2025-11-25T01:56:06.068" v="1182" actId="478"/>
          <ac:spMkLst>
            <pc:docMk/>
            <pc:sldMk cId="195305977" sldId="271"/>
            <ac:spMk id="24" creationId="{613040C1-AD17-29FC-56C6-68C58EE65785}"/>
          </ac:spMkLst>
        </pc:spChg>
      </pc:sldChg>
      <pc:sldChg chg="del">
        <pc:chgData name="John Rolzhausen" userId="f0fced98129e348e" providerId="LiveId" clId="{FAB81778-C2AB-48D5-BA9E-3E19BB729E3D}" dt="2025-11-25T00:39:44.111" v="112" actId="47"/>
        <pc:sldMkLst>
          <pc:docMk/>
          <pc:sldMk cId="1743887525" sldId="271"/>
        </pc:sldMkLst>
      </pc:sldChg>
      <pc:sldChg chg="addSp delSp modSp add mod ord">
        <pc:chgData name="John Rolzhausen" userId="f0fced98129e348e" providerId="LiveId" clId="{FAB81778-C2AB-48D5-BA9E-3E19BB729E3D}" dt="2025-11-25T02:21:34.980" v="1476" actId="6549"/>
        <pc:sldMkLst>
          <pc:docMk/>
          <pc:sldMk cId="2311076847" sldId="272"/>
        </pc:sldMkLst>
        <pc:spChg chg="mod">
          <ac:chgData name="John Rolzhausen" userId="f0fced98129e348e" providerId="LiveId" clId="{FAB81778-C2AB-48D5-BA9E-3E19BB729E3D}" dt="2025-11-25T02:02:51.742" v="1322"/>
          <ac:spMkLst>
            <pc:docMk/>
            <pc:sldMk cId="2311076847" sldId="272"/>
            <ac:spMk id="2" creationId="{BE81CA2D-CF9A-EC50-E301-5914E4B74A0D}"/>
          </ac:spMkLst>
        </pc:spChg>
        <pc:spChg chg="add mod">
          <ac:chgData name="John Rolzhausen" userId="f0fced98129e348e" providerId="LiveId" clId="{FAB81778-C2AB-48D5-BA9E-3E19BB729E3D}" dt="2025-11-25T02:09:38.951" v="1356" actId="6549"/>
          <ac:spMkLst>
            <pc:docMk/>
            <pc:sldMk cId="2311076847" sldId="272"/>
            <ac:spMk id="3" creationId="{F014F916-15AA-E076-A135-E7293B14A87B}"/>
          </ac:spMkLst>
        </pc:spChg>
        <pc:spChg chg="add mod">
          <ac:chgData name="John Rolzhausen" userId="f0fced98129e348e" providerId="LiveId" clId="{FAB81778-C2AB-48D5-BA9E-3E19BB729E3D}" dt="2025-11-25T02:21:34.980" v="1476" actId="6549"/>
          <ac:spMkLst>
            <pc:docMk/>
            <pc:sldMk cId="2311076847" sldId="272"/>
            <ac:spMk id="4" creationId="{B95BAE5B-F53F-C88D-70C2-C5949B10E66C}"/>
          </ac:spMkLst>
        </pc:spChg>
        <pc:spChg chg="del mod">
          <ac:chgData name="John Rolzhausen" userId="f0fced98129e348e" providerId="LiveId" clId="{FAB81778-C2AB-48D5-BA9E-3E19BB729E3D}" dt="2025-11-25T02:03:31.270" v="1327"/>
          <ac:spMkLst>
            <pc:docMk/>
            <pc:sldMk cId="2311076847" sldId="272"/>
            <ac:spMk id="6" creationId="{68C5FF01-387D-0D2E-2574-C89033D0A3BA}"/>
          </ac:spMkLst>
        </pc:spChg>
        <pc:spChg chg="del mod">
          <ac:chgData name="John Rolzhausen" userId="f0fced98129e348e" providerId="LiveId" clId="{FAB81778-C2AB-48D5-BA9E-3E19BB729E3D}" dt="2025-11-25T02:03:31.271" v="1329"/>
          <ac:spMkLst>
            <pc:docMk/>
            <pc:sldMk cId="2311076847" sldId="272"/>
            <ac:spMk id="7" creationId="{7F50E7C9-1350-7B70-E012-95C8DD32243F}"/>
          </ac:spMkLst>
        </pc:spChg>
        <pc:spChg chg="mod">
          <ac:chgData name="John Rolzhausen" userId="f0fced98129e348e" providerId="LiveId" clId="{FAB81778-C2AB-48D5-BA9E-3E19BB729E3D}" dt="2025-11-25T02:09:29.356" v="1355" actId="6549"/>
          <ac:spMkLst>
            <pc:docMk/>
            <pc:sldMk cId="2311076847" sldId="272"/>
            <ac:spMk id="15" creationId="{BF8B09C7-A693-BE38-2EB9-9AA919038364}"/>
          </ac:spMkLst>
        </pc:spChg>
      </pc:sldChg>
      <pc:sldChg chg="del">
        <pc:chgData name="John Rolzhausen" userId="f0fced98129e348e" providerId="LiveId" clId="{FAB81778-C2AB-48D5-BA9E-3E19BB729E3D}" dt="2025-11-25T00:39:45.062" v="113" actId="47"/>
        <pc:sldMkLst>
          <pc:docMk/>
          <pc:sldMk cId="2796696429" sldId="272"/>
        </pc:sldMkLst>
      </pc:sldChg>
      <pc:sldChg chg="modSp add mod">
        <pc:chgData name="John Rolzhausen" userId="f0fced98129e348e" providerId="LiveId" clId="{FAB81778-C2AB-48D5-BA9E-3E19BB729E3D}" dt="2025-11-25T02:12:35.372" v="1374" actId="20577"/>
        <pc:sldMkLst>
          <pc:docMk/>
          <pc:sldMk cId="1531607657" sldId="273"/>
        </pc:sldMkLst>
        <pc:spChg chg="mod">
          <ac:chgData name="John Rolzhausen" userId="f0fced98129e348e" providerId="LiveId" clId="{FAB81778-C2AB-48D5-BA9E-3E19BB729E3D}" dt="2025-11-25T02:12:35.372" v="1374" actId="20577"/>
          <ac:spMkLst>
            <pc:docMk/>
            <pc:sldMk cId="1531607657" sldId="273"/>
            <ac:spMk id="2" creationId="{A8778030-2EE5-6093-F417-71AD6456334D}"/>
          </ac:spMkLst>
        </pc:spChg>
        <pc:spChg chg="mod">
          <ac:chgData name="John Rolzhausen" userId="f0fced98129e348e" providerId="LiveId" clId="{FAB81778-C2AB-48D5-BA9E-3E19BB729E3D}" dt="2025-11-25T02:11:27.692" v="1362" actId="6549"/>
          <ac:spMkLst>
            <pc:docMk/>
            <pc:sldMk cId="1531607657" sldId="273"/>
            <ac:spMk id="3" creationId="{9C610EC6-441F-4EBF-F5AC-B63F7914ADFD}"/>
          </ac:spMkLst>
        </pc:spChg>
        <pc:spChg chg="mod">
          <ac:chgData name="John Rolzhausen" userId="f0fced98129e348e" providerId="LiveId" clId="{FAB81778-C2AB-48D5-BA9E-3E19BB729E3D}" dt="2025-11-25T02:12:26.791" v="1368" actId="6549"/>
          <ac:spMkLst>
            <pc:docMk/>
            <pc:sldMk cId="1531607657" sldId="273"/>
            <ac:spMk id="4" creationId="{D6CFF728-81E2-5C6F-1C0D-13B3F4C44AD5}"/>
          </ac:spMkLst>
        </pc:spChg>
        <pc:spChg chg="mod">
          <ac:chgData name="John Rolzhausen" userId="f0fced98129e348e" providerId="LiveId" clId="{FAB81778-C2AB-48D5-BA9E-3E19BB729E3D}" dt="2025-11-25T02:11:19.885" v="1361" actId="6549"/>
          <ac:spMkLst>
            <pc:docMk/>
            <pc:sldMk cId="1531607657" sldId="273"/>
            <ac:spMk id="15" creationId="{DBD6F1F0-94CA-2D0F-5494-C04091E4F0A6}"/>
          </ac:spMkLst>
        </pc:spChg>
      </pc:sldChg>
      <pc:sldChg chg="modSp add del mod">
        <pc:chgData name="John Rolzhausen" userId="f0fced98129e348e" providerId="LiveId" clId="{FAB81778-C2AB-48D5-BA9E-3E19BB729E3D}" dt="2025-11-25T02:07:32.977" v="1348" actId="47"/>
        <pc:sldMkLst>
          <pc:docMk/>
          <pc:sldMk cId="1635494321" sldId="273"/>
        </pc:sldMkLst>
        <pc:spChg chg="mod">
          <ac:chgData name="John Rolzhausen" userId="f0fced98129e348e" providerId="LiveId" clId="{FAB81778-C2AB-48D5-BA9E-3E19BB729E3D}" dt="2025-11-25T02:07:08.994" v="1346" actId="6549"/>
          <ac:spMkLst>
            <pc:docMk/>
            <pc:sldMk cId="1635494321" sldId="273"/>
            <ac:spMk id="3" creationId="{32C31A80-0B15-727B-C597-A1F25F5889D7}"/>
          </ac:spMkLst>
        </pc:spChg>
        <pc:spChg chg="mod">
          <ac:chgData name="John Rolzhausen" userId="f0fced98129e348e" providerId="LiveId" clId="{FAB81778-C2AB-48D5-BA9E-3E19BB729E3D}" dt="2025-11-25T02:06:12.586" v="1341" actId="6549"/>
          <ac:spMkLst>
            <pc:docMk/>
            <pc:sldMk cId="1635494321" sldId="273"/>
            <ac:spMk id="4" creationId="{7565260B-F879-E0A3-91F6-F20A2DBC37E3}"/>
          </ac:spMkLst>
        </pc:spChg>
        <pc:spChg chg="mod">
          <ac:chgData name="John Rolzhausen" userId="f0fced98129e348e" providerId="LiveId" clId="{FAB81778-C2AB-48D5-BA9E-3E19BB729E3D}" dt="2025-11-25T02:06:49.812" v="1344" actId="6549"/>
          <ac:spMkLst>
            <pc:docMk/>
            <pc:sldMk cId="1635494321" sldId="273"/>
            <ac:spMk id="15" creationId="{2EEAC695-E475-C845-B3CD-7FC16CE0830A}"/>
          </ac:spMkLst>
        </pc:spChg>
      </pc:sldChg>
      <pc:sldChg chg="del">
        <pc:chgData name="John Rolzhausen" userId="f0fced98129e348e" providerId="LiveId" clId="{FAB81778-C2AB-48D5-BA9E-3E19BB729E3D}" dt="2025-11-25T00:39:45.710" v="114" actId="47"/>
        <pc:sldMkLst>
          <pc:docMk/>
          <pc:sldMk cId="4228114308" sldId="273"/>
        </pc:sldMkLst>
      </pc:sldChg>
      <pc:sldChg chg="delSp modSp add mod">
        <pc:chgData name="John Rolzhausen" userId="f0fced98129e348e" providerId="LiveId" clId="{FAB81778-C2AB-48D5-BA9E-3E19BB729E3D}" dt="2025-11-25T02:12:43.815" v="1378" actId="20577"/>
        <pc:sldMkLst>
          <pc:docMk/>
          <pc:sldMk cId="1365283630" sldId="274"/>
        </pc:sldMkLst>
        <pc:spChg chg="mod">
          <ac:chgData name="John Rolzhausen" userId="f0fced98129e348e" providerId="LiveId" clId="{FAB81778-C2AB-48D5-BA9E-3E19BB729E3D}" dt="2025-11-25T02:12:43.815" v="1378" actId="20577"/>
          <ac:spMkLst>
            <pc:docMk/>
            <pc:sldMk cId="1365283630" sldId="274"/>
            <ac:spMk id="2" creationId="{998E1B70-0460-C8E1-477F-5DD0F94E7662}"/>
          </ac:spMkLst>
        </pc:spChg>
        <pc:spChg chg="del">
          <ac:chgData name="John Rolzhausen" userId="f0fced98129e348e" providerId="LiveId" clId="{FAB81778-C2AB-48D5-BA9E-3E19BB729E3D}" dt="2025-11-25T02:12:12.520" v="1365" actId="478"/>
          <ac:spMkLst>
            <pc:docMk/>
            <pc:sldMk cId="1365283630" sldId="274"/>
            <ac:spMk id="3" creationId="{CF9CF75E-0B59-ADD1-1264-F7C02C0303EB}"/>
          </ac:spMkLst>
        </pc:spChg>
        <pc:spChg chg="del mod">
          <ac:chgData name="John Rolzhausen" userId="f0fced98129e348e" providerId="LiveId" clId="{FAB81778-C2AB-48D5-BA9E-3E19BB729E3D}" dt="2025-11-25T02:12:16.496" v="1367" actId="478"/>
          <ac:spMkLst>
            <pc:docMk/>
            <pc:sldMk cId="1365283630" sldId="274"/>
            <ac:spMk id="4" creationId="{7B30AF10-EC86-1A0E-EA20-58F9B8DD4A69}"/>
          </ac:spMkLst>
        </pc:spChg>
        <pc:spChg chg="mod">
          <ac:chgData name="John Rolzhausen" userId="f0fced98129e348e" providerId="LiveId" clId="{FAB81778-C2AB-48D5-BA9E-3E19BB729E3D}" dt="2025-11-25T02:12:07.326" v="1364"/>
          <ac:spMkLst>
            <pc:docMk/>
            <pc:sldMk cId="1365283630" sldId="274"/>
            <ac:spMk id="15" creationId="{87C5EF8E-0623-3F2A-7EB3-4E9DC84C9C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1194-8E21-4113-AD09-7A20562102B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82EF-3126-49E3-9D22-B519B2855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21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88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D1A0B-849C-9EB1-7469-58AAA6989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A2D10-784F-DAB0-C2D6-918DB7A7B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5D33E-2B1B-1F9F-14A8-3FD44ED51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4F5E5-08D1-F07E-80B5-CC22B3881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3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266AF-146E-9A25-AB58-9FFB8039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AE760-951A-49B7-3C0A-09803DFAB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152D8-F0AF-5002-452D-F6A72925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0A14-27BA-9B03-25F3-4B36A32A0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1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8715-9F1B-F438-8DB3-391CA15F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212C0-2174-6EF5-BBF8-41D403245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3A9F3-A18F-ACC9-7BE1-4964BA446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1465F-A447-5934-6355-512B4899E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44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D5DD-4DDC-61CF-3790-CFC241CE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08A84-9A10-2F6F-BCA5-2BF4E19C1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BE2A-3C70-395A-01D2-A3A8520E0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C4914-78A8-A1A2-A386-B8352BBD7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75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99D23-6A4F-F076-1755-5BEBFE52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B4212-1E5F-971B-D466-D26B65175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29886-FA3E-712C-8355-6585C9A7F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38A2F-35A9-7DE7-201A-928D8100F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93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6CF3A-D90B-8997-E285-306918FE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446A4-AD8C-B873-9510-92CDF206A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F65A2-43E1-74CE-5D27-99FCDDD4B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49152-B647-337D-C0FE-90418DF1F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77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B10E7-11B1-2E1C-4967-E933ED63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F77D0-CAF1-7314-C7B8-24EA175F8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7F7A5-8DC8-8546-E214-95E256FE8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CA1F3-4625-72DB-06DF-4AE41A778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3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F6CA-A737-8109-81FD-F6195FDF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854A8-51CC-5D10-0850-BB5A223E2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06366-FFD9-C23D-F343-40B627C22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4490E-E331-5145-6221-3CDA51A49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5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C186-F726-4DA9-30E2-342CDA83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7253F-E316-A696-BFC0-85AC0CA03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37F7D-328E-E586-BDAD-64AF39CDE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C320C-5778-87F5-23FA-7899E8CC0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70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2E4DD-391D-D255-AA33-A1A57244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42193-10E8-B764-FF44-68EA97EA5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A1BF1-DBA1-395B-27AC-0A609DED6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D5077-6401-2030-F713-CFC409A09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1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7FD9-FF01-432E-7928-B670FC1A6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44C14-81CB-9BB4-F9C1-66FA1E39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1C40-2A55-F067-5548-18AD56F6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989B-2BC6-3975-612A-A4E439AF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CC6F-C207-4BBD-E58D-26DE7F4F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6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ECDD-7686-F2D2-0B28-4B5CA3A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873E-4477-F7EB-4D0A-BF20E793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38670-1A44-BA5B-CC10-8E7C93BE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496E-B075-1C3C-4E75-CDC9C904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3ACB-75F7-235B-127A-95E450A3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0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F708-B578-CF5C-2773-9F3D270C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FC7B2-9427-6C19-286E-DA5711DC5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389B-F263-7BE8-CE36-E14BB731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8CBDA-4DCC-83C6-84AD-553A76A1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8DF57-E89B-52B7-8241-2CE5CA41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2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19E1-7C37-AEC6-06BD-F47AC984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2481-72E8-3E16-BB69-A50FC678B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7EFD-96A7-DBE6-4746-49754D35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ED2A2-2EEF-F6E2-E93C-E2591BC1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102BA-9318-BA78-32D5-107ECD42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FA490-88ED-722A-A007-73DABD82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2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E548-79D2-D08E-8742-0F07B013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288D-94DA-2175-A486-C083129C7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8D95-255A-7448-22D4-43D2E3D1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645F4-F8D9-4BFE-07DD-E7AEEB48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5A3E4-5362-1192-B7D3-86D077A51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8514-2369-D907-5B99-FF1031A0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E7A10-0E1C-5FFE-F5C8-F166623F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22624-8DBC-3E2E-3D93-39E82977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2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4EAD-E5D5-84AC-1C16-A49F8238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50883-D165-6C5A-3BE1-48C17CB1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B5907-5387-7BF8-7ACA-7BBAF009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517B2-72EC-15CA-44A7-0556D7D0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4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21DF5-4150-CDFB-B957-DE1F344C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2C4B0-E5E7-5049-93B5-AB431009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F40B-564D-A340-B3B5-48B42920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1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B058-C4EA-85EB-2F36-AEE87326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95C1-4EAF-E6DC-1D24-5EBE5948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BB48B-D80D-9878-072D-D5FF530F9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53E0B-91A7-B99F-F670-4597AB45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2AD3-6256-DB8D-C7ED-F4D2B43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51AA3-36B6-B36C-8E3E-F2E016A8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4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75A3-84E2-8ADD-8179-8EC850E3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46E46-DAA3-5137-EF7F-1F77DB6EE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523FF-92AE-65D9-F86A-93D65996D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CCBF-6CCD-639D-C3B1-7B403510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21D5F-0AAF-7C94-7889-13C209DE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BB664-4C0C-AF35-701C-819CEAAE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2BFA-3A34-5D01-84AD-0FB636D9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7FCDF-D4DE-3712-7AD1-305F4CB7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CA96-32A6-76D8-82D2-C277F37C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BEC3-13A1-6EF5-F6ED-3CE498EB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B16BE-ACFE-3BEB-0921-B2DC0760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40263-B485-3679-E0B4-542394608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3B7FA-D30E-E806-1A65-60A6932A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C9D56-3253-DBD5-F4A3-CD37834B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186E-1534-D374-1506-DAFD6F26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91857-41D5-854A-B2D7-3CA5E400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3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D8792-BC67-9092-D799-BBAEDBB5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D5C4E-104A-E7D6-7282-D49E93A8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D294-15DB-2A30-051B-6A593B6C5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540FD-1622-4619-B8A4-2E34D7A0DA8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E815A-2AB8-B0B1-B2CC-3E3CF98BE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00C4-F0F6-FB46-F2C8-5FEB1C250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0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D438-6906-D9C9-0E77-9F81019FE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Admin Console - Wireframes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D00E6-CE73-442F-315F-EF02A928A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System administration and configuration tool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A70E-ED90-0B44-8B38-33E1DE59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John D Rolzhausen     November 24, 2025</a:t>
            </a:r>
          </a:p>
        </p:txBody>
      </p:sp>
    </p:spTree>
    <p:extLst>
      <p:ext uri="{BB962C8B-B14F-4D97-AF65-F5344CB8AC3E}">
        <p14:creationId xmlns:p14="http://schemas.microsoft.com/office/powerpoint/2010/main" val="541631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1AA4-3D78-1DAC-9F47-3A1A7C72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986A-48D7-FE60-326D-5761F00A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User Management (Edit User)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AD9E-B2F2-D73D-E047-C834F9D1E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Manage coordinators, analysts, and country assignments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CA347-2964-2DE0-E314-2B0838FBEF5D}"/>
              </a:ext>
            </a:extLst>
          </p:cNvPr>
          <p:cNvSpPr/>
          <p:nvPr/>
        </p:nvSpPr>
        <p:spPr>
          <a:xfrm>
            <a:off x="540773" y="977826"/>
            <a:ext cx="10653246" cy="5649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┌─────────────┐</a:t>
            </a:r>
          </a:p>
          <a:p>
            <a:pPr algn="ctr"/>
            <a:r>
              <a:rPr lang="en-US" dirty="0"/>
              <a:t>│   PENDING   │</a:t>
            </a:r>
          </a:p>
          <a:p>
            <a:pPr algn="ctr"/>
            <a:r>
              <a:rPr lang="en-US" dirty="0"/>
              <a:t>│      8      │</a:t>
            </a:r>
          </a:p>
          <a:p>
            <a:pPr algn="ctr"/>
            <a:r>
              <a:rPr lang="en-US" dirty="0"/>
              <a:t>│   Review    │</a:t>
            </a:r>
          </a:p>
          <a:p>
            <a:pPr algn="ctr"/>
            <a:r>
              <a:rPr lang="en-US" dirty="0"/>
              <a:t>└─────────────┘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A2791-E280-3DB8-2075-BE4D7802D69C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⚙️ </a:t>
            </a:r>
            <a:r>
              <a:rPr lang="en-US" dirty="0">
                <a:solidFill>
                  <a:schemeClr val="tx1"/>
                </a:solidFill>
              </a:rPr>
              <a:t>Admin Console | Administrator: [Admin Name] |                                                                                                    [Logout]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5CAE3-712B-5A88-9F6B-9CB51061FF14}"/>
              </a:ext>
            </a:extLst>
          </p:cNvPr>
          <p:cNvSpPr txBox="1"/>
          <p:nvPr/>
        </p:nvSpPr>
        <p:spPr>
          <a:xfrm>
            <a:off x="678420" y="1237886"/>
            <a:ext cx="1036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 Users ] (active)   [ Configuration ]   [ Monitoring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08FED-4FD5-8750-F86E-49588A3B866B}"/>
              </a:ext>
            </a:extLst>
          </p:cNvPr>
          <p:cNvSpPr txBox="1"/>
          <p:nvPr/>
        </p:nvSpPr>
        <p:spPr>
          <a:xfrm>
            <a:off x="678422" y="1720645"/>
            <a:ext cx="621399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Management                [ + Add New User ]</a:t>
            </a:r>
            <a:br>
              <a:rPr lang="en-US" sz="2400" b="1" dirty="0"/>
            </a:br>
            <a:r>
              <a:rPr lang="en-US" sz="1100" dirty="0"/>
              <a:t>┌──────────────────────────────────────────────────────────────────────────┐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100" dirty="0"/>
              <a:t>│ Name          │ Email                    │ Role        │ Countries │ Status │ Actions    │</a:t>
            </a:r>
          </a:p>
          <a:p>
            <a:r>
              <a:rPr lang="en-US" sz="1100" dirty="0"/>
              <a:t>├───────────────┼──────────────────────────┼─────────────┼───────────┼───────┤</a:t>
            </a:r>
          </a:p>
          <a:p>
            <a:r>
              <a:rPr lang="en-US" sz="1100" dirty="0"/>
              <a:t>│ Ji-Won Kim    │ </a:t>
            </a:r>
            <a:r>
              <a:rPr lang="en-US" sz="1100" dirty="0" err="1"/>
              <a:t>jiwon.kim.demo</a:t>
            </a:r>
            <a:r>
              <a:rPr lang="en-US" sz="1100" dirty="0"/>
              <a:t>@...       │ Coordinator │ Korea (P) │ Active │ [Edit][Del]│</a:t>
            </a:r>
          </a:p>
          <a:p>
            <a:r>
              <a:rPr lang="en-US" sz="1100" dirty="0"/>
              <a:t>│ Yuki Tanaka   │ </a:t>
            </a:r>
            <a:r>
              <a:rPr lang="en-US" sz="1100" dirty="0" err="1"/>
              <a:t>yuki.tanaka.demo</a:t>
            </a:r>
            <a:r>
              <a:rPr lang="en-US" sz="1100" dirty="0"/>
              <a:t>@...     │ Coordinator │ Japan (P) │ Active │ [Edit][Del]│</a:t>
            </a:r>
          </a:p>
          <a:p>
            <a:r>
              <a:rPr lang="en-US" sz="1100" dirty="0"/>
              <a:t>│ Marie Dubois  │ </a:t>
            </a:r>
            <a:r>
              <a:rPr lang="en-US" sz="1100" dirty="0" err="1"/>
              <a:t>marie.dubois.demo</a:t>
            </a:r>
            <a:r>
              <a:rPr lang="en-US" sz="1100" dirty="0"/>
              <a:t>@...    │ Coordinator │ France(P),│ Active │ [Edit][Del]│</a:t>
            </a:r>
          </a:p>
          <a:p>
            <a:r>
              <a:rPr lang="en-US" sz="1100" dirty="0"/>
              <a:t>│               │                          │             │ +14 Europe│        │            │</a:t>
            </a:r>
          </a:p>
          <a:p>
            <a:r>
              <a:rPr lang="en-US" sz="1100" dirty="0"/>
              <a:t>│ Alice Katt    │ </a:t>
            </a:r>
            <a:r>
              <a:rPr lang="en-US" sz="1100" dirty="0" err="1"/>
              <a:t>alice.katt.demo</a:t>
            </a:r>
            <a:r>
              <a:rPr lang="en-US" sz="1100" dirty="0"/>
              <a:t>@...      │ Analyst     │ All       │ Active │ [Edit][Del]│</a:t>
            </a:r>
          </a:p>
          <a:p>
            <a:r>
              <a:rPr lang="en-US" sz="1100" dirty="0"/>
              <a:t>│ John </a:t>
            </a:r>
            <a:r>
              <a:rPr lang="en-US" sz="1100" dirty="0" err="1"/>
              <a:t>Rolz</a:t>
            </a:r>
            <a:r>
              <a:rPr lang="en-US" sz="1100" dirty="0"/>
              <a:t>...  │ </a:t>
            </a:r>
            <a:r>
              <a:rPr lang="en-US" sz="1100" dirty="0" err="1"/>
              <a:t>john.rolzhausen</a:t>
            </a:r>
            <a:r>
              <a:rPr lang="en-US" sz="1100" dirty="0"/>
              <a:t>@...      │ Admin       │ All       │ Active │ [Edit][Del]│</a:t>
            </a:r>
          </a:p>
          <a:p>
            <a:r>
              <a:rPr lang="en-US" sz="1100" dirty="0"/>
              <a:t>└──────────────────────────────────────────────────────────────────────────┘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sz="1100" dirty="0"/>
          </a:p>
          <a:p>
            <a:r>
              <a:rPr lang="en-US" sz="1100" dirty="0"/>
              <a:t>(P) = Primary coordinator   Showing 5 users   [Filter: All Roles ▼]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E9A51-316B-CB1D-7AD3-D861073A68D8}"/>
              </a:ext>
            </a:extLst>
          </p:cNvPr>
          <p:cNvSpPr txBox="1"/>
          <p:nvPr/>
        </p:nvSpPr>
        <p:spPr>
          <a:xfrm>
            <a:off x="6900406" y="1353928"/>
            <a:ext cx="408038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Edit User: Ji-Won Kim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Basic Information:</a:t>
            </a:r>
            <a:br>
              <a:rPr lang="en-US" sz="1200" dirty="0"/>
            </a:br>
            <a:r>
              <a:rPr lang="en-US" sz="1200" dirty="0"/>
              <a:t>Name: [Ji-Won Kim_________________] </a:t>
            </a:r>
          </a:p>
          <a:p>
            <a:r>
              <a:rPr lang="fr-FR" sz="1200" dirty="0"/>
              <a:t>Email: [jiwon.kim.demo@outlook.com_________________] </a:t>
            </a:r>
          </a:p>
          <a:p>
            <a:endParaRPr lang="fr-FR" sz="1200" dirty="0"/>
          </a:p>
          <a:p>
            <a:r>
              <a:rPr lang="en-US" sz="1200" dirty="0"/>
              <a:t>Role: [Coordinator ▼] </a:t>
            </a:r>
          </a:p>
          <a:p>
            <a:r>
              <a:rPr lang="en-US" sz="1200" dirty="0"/>
              <a:t>Options: Coordinator | Analyst | Admin | Executive</a:t>
            </a:r>
          </a:p>
          <a:p>
            <a:endParaRPr lang="en-US" sz="1200" dirty="0"/>
          </a:p>
          <a:p>
            <a:r>
              <a:rPr lang="en-US" sz="1200" dirty="0"/>
              <a:t>Status: [Active ▼] </a:t>
            </a:r>
          </a:p>
          <a:p>
            <a:r>
              <a:rPr lang="en-US" sz="1200" dirty="0"/>
              <a:t>Options: Active | Inactive | Locked </a:t>
            </a:r>
          </a:p>
          <a:p>
            <a:endParaRPr lang="en-US" sz="1200" dirty="0"/>
          </a:p>
          <a:p>
            <a:r>
              <a:rPr lang="en-US" sz="1200" dirty="0"/>
              <a:t>Country Assignments: (Multi-select) </a:t>
            </a:r>
            <a:br>
              <a:rPr lang="en-US" sz="1200" dirty="0"/>
            </a:br>
            <a:r>
              <a:rPr lang="en-US" sz="1200" dirty="0"/>
              <a:t>☑ Republic of Korea </a:t>
            </a:r>
            <a:br>
              <a:rPr lang="en-US" sz="1200" dirty="0"/>
            </a:br>
            <a:r>
              <a:rPr lang="en-US" sz="1200" dirty="0"/>
              <a:t>○ Primary Coordinator ● Backup Coordinator </a:t>
            </a:r>
            <a:br>
              <a:rPr lang="en-US" sz="1200" dirty="0"/>
            </a:br>
            <a:r>
              <a:rPr lang="en-US" sz="1200" dirty="0"/>
              <a:t>Effective Date: [2023-01-01] End Date: [_______] 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☐ Japan </a:t>
            </a:r>
            <a:br>
              <a:rPr lang="en-US" sz="1200" dirty="0"/>
            </a:br>
            <a:r>
              <a:rPr lang="en-US" sz="1200" dirty="0"/>
              <a:t>☐ France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[Show more countries...] 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│ Contact Information: </a:t>
            </a:r>
            <a:br>
              <a:rPr lang="en-US" sz="1200" dirty="0"/>
            </a:br>
            <a:r>
              <a:rPr lang="en-US" sz="1200" dirty="0"/>
              <a:t> Phone: [+82-10-1234-5678_____________]</a:t>
            </a:r>
            <a:br>
              <a:rPr lang="en-US" sz="1200" dirty="0"/>
            </a:br>
            <a:r>
              <a:rPr lang="en-US" sz="1200" dirty="0"/>
              <a:t>Department: [Operations______________]</a:t>
            </a:r>
            <a:br>
              <a:rPr lang="en-US" sz="1200" dirty="0"/>
            </a:br>
            <a:r>
              <a:rPr lang="en-US" sz="1200" dirty="0"/>
              <a:t>Preferred Language: [English ▼]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 Save Changes ] [ Cancel ] [ Delete User ] </a:t>
            </a:r>
          </a:p>
        </p:txBody>
      </p:sp>
    </p:spTree>
    <p:extLst>
      <p:ext uri="{BB962C8B-B14F-4D97-AF65-F5344CB8AC3E}">
        <p14:creationId xmlns:p14="http://schemas.microsoft.com/office/powerpoint/2010/main" val="34324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93A6-32AD-CB30-A399-00B00A4A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FEFE-699A-C4F3-4D49-02AA78CD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User Management (New User)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45858-C5BA-8ACC-8D63-CD8BE9936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Manage coordinators, analysts, and country assignments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67593F-48C3-C56A-6239-E6301558F11C}"/>
              </a:ext>
            </a:extLst>
          </p:cNvPr>
          <p:cNvSpPr/>
          <p:nvPr/>
        </p:nvSpPr>
        <p:spPr>
          <a:xfrm>
            <a:off x="540773" y="977826"/>
            <a:ext cx="10653246" cy="5649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┌─────────────┐</a:t>
            </a:r>
          </a:p>
          <a:p>
            <a:pPr algn="ctr"/>
            <a:r>
              <a:rPr lang="en-US" dirty="0"/>
              <a:t>│   PENDING   │</a:t>
            </a:r>
          </a:p>
          <a:p>
            <a:pPr algn="ctr"/>
            <a:r>
              <a:rPr lang="en-US" dirty="0"/>
              <a:t>│      8      │</a:t>
            </a:r>
          </a:p>
          <a:p>
            <a:pPr algn="ctr"/>
            <a:r>
              <a:rPr lang="en-US" dirty="0"/>
              <a:t>│   Review    │</a:t>
            </a:r>
          </a:p>
          <a:p>
            <a:pPr algn="ctr"/>
            <a:r>
              <a:rPr lang="en-US" dirty="0"/>
              <a:t>└─────────────┘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32CA-9683-19F3-0BE6-C5C535446A63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⚙️ </a:t>
            </a:r>
            <a:r>
              <a:rPr lang="en-US" dirty="0">
                <a:solidFill>
                  <a:schemeClr val="tx1"/>
                </a:solidFill>
              </a:rPr>
              <a:t>Admin Console | Administrator: [Admin Name] |                                                                                                    [Logout]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B0011-408D-D34F-E1EF-F1B61DCFE3AA}"/>
              </a:ext>
            </a:extLst>
          </p:cNvPr>
          <p:cNvSpPr txBox="1"/>
          <p:nvPr/>
        </p:nvSpPr>
        <p:spPr>
          <a:xfrm>
            <a:off x="678420" y="1237886"/>
            <a:ext cx="1036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 Users ] (active)   [ Configuration ]   [ Monitoring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0A089-B1DB-B8A9-0461-15722366EC7C}"/>
              </a:ext>
            </a:extLst>
          </p:cNvPr>
          <p:cNvSpPr txBox="1"/>
          <p:nvPr/>
        </p:nvSpPr>
        <p:spPr>
          <a:xfrm>
            <a:off x="678422" y="1720645"/>
            <a:ext cx="621399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Management                [ + Add New User ]</a:t>
            </a:r>
            <a:br>
              <a:rPr lang="en-US" sz="2400" b="1" dirty="0"/>
            </a:br>
            <a:r>
              <a:rPr lang="en-US" sz="1100" dirty="0"/>
              <a:t>┌──────────────────────────────────────────────────────────────────────────┐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sz="1100" dirty="0"/>
              <a:t>│ Name          │ Email                    │ Role        │ Countries │ Status │ Actions    │</a:t>
            </a:r>
          </a:p>
          <a:p>
            <a:r>
              <a:rPr lang="en-US" sz="1100" dirty="0"/>
              <a:t>├───────────────┼──────────────────────────┼─────────────┼───────────┼───────┤</a:t>
            </a:r>
          </a:p>
          <a:p>
            <a:r>
              <a:rPr lang="en-US" sz="1100" dirty="0"/>
              <a:t>│ Ji-Won Kim    │ </a:t>
            </a:r>
            <a:r>
              <a:rPr lang="en-US" sz="1100" dirty="0" err="1"/>
              <a:t>jiwon.kim.demo</a:t>
            </a:r>
            <a:r>
              <a:rPr lang="en-US" sz="1100" dirty="0"/>
              <a:t>@...       │ Coordinator │ Korea (P) │ Active │ [Edit][Del]│</a:t>
            </a:r>
          </a:p>
          <a:p>
            <a:r>
              <a:rPr lang="en-US" sz="1100" dirty="0"/>
              <a:t>│ Yuki Tanaka   │ </a:t>
            </a:r>
            <a:r>
              <a:rPr lang="en-US" sz="1100" dirty="0" err="1"/>
              <a:t>yuki.tanaka.demo</a:t>
            </a:r>
            <a:r>
              <a:rPr lang="en-US" sz="1100" dirty="0"/>
              <a:t>@...     │ Coordinator │ Japan (P) │ Active │ [Edit][Del]│</a:t>
            </a:r>
          </a:p>
          <a:p>
            <a:r>
              <a:rPr lang="en-US" sz="1100" dirty="0"/>
              <a:t>│ Marie Dubois  │ </a:t>
            </a:r>
            <a:r>
              <a:rPr lang="en-US" sz="1100" dirty="0" err="1"/>
              <a:t>marie.dubois.demo</a:t>
            </a:r>
            <a:r>
              <a:rPr lang="en-US" sz="1100" dirty="0"/>
              <a:t>@...    │ Coordinator │ France(P),│ Active │ [Edit][Del]│</a:t>
            </a:r>
          </a:p>
          <a:p>
            <a:r>
              <a:rPr lang="en-US" sz="1100" dirty="0"/>
              <a:t>│               │                          │             │ +14 Europe│        │            │</a:t>
            </a:r>
          </a:p>
          <a:p>
            <a:r>
              <a:rPr lang="en-US" sz="1100" dirty="0"/>
              <a:t>│ Alice Katt    │ </a:t>
            </a:r>
            <a:r>
              <a:rPr lang="en-US" sz="1100" dirty="0" err="1"/>
              <a:t>alice.katt.demo</a:t>
            </a:r>
            <a:r>
              <a:rPr lang="en-US" sz="1100" dirty="0"/>
              <a:t>@...      │ Analyst     │ All       │ Active │ [Edit][Del]│</a:t>
            </a:r>
          </a:p>
          <a:p>
            <a:r>
              <a:rPr lang="en-US" sz="1100" dirty="0"/>
              <a:t>│ John </a:t>
            </a:r>
            <a:r>
              <a:rPr lang="en-US" sz="1100" dirty="0" err="1"/>
              <a:t>Rolz</a:t>
            </a:r>
            <a:r>
              <a:rPr lang="en-US" sz="1100" dirty="0"/>
              <a:t>...  │ </a:t>
            </a:r>
            <a:r>
              <a:rPr lang="en-US" sz="1100" dirty="0" err="1"/>
              <a:t>john.rolzhausen</a:t>
            </a:r>
            <a:r>
              <a:rPr lang="en-US" sz="1100" dirty="0"/>
              <a:t>@...      │ Admin       │ All       │ Active │ [Edit][Del]│</a:t>
            </a:r>
          </a:p>
          <a:p>
            <a:r>
              <a:rPr lang="en-US" sz="1100" dirty="0"/>
              <a:t>└──────────────────────────────────────────────────────────────────────────┘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sz="1100" dirty="0"/>
          </a:p>
          <a:p>
            <a:r>
              <a:rPr lang="en-US" sz="1100" dirty="0"/>
              <a:t>(P) = Primary coordinator   Showing 5 users   [Filter: All Roles ▼]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0FB43-665C-7DA3-A740-69F173804B53}"/>
              </a:ext>
            </a:extLst>
          </p:cNvPr>
          <p:cNvSpPr txBox="1"/>
          <p:nvPr/>
        </p:nvSpPr>
        <p:spPr>
          <a:xfrm>
            <a:off x="6900406" y="1353928"/>
            <a:ext cx="408038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Edit User: Ji-Won Kim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Basic Information:</a:t>
            </a:r>
            <a:br>
              <a:rPr lang="en-US" sz="1200" dirty="0"/>
            </a:br>
            <a:r>
              <a:rPr lang="en-US" sz="1200" dirty="0"/>
              <a:t>Name: [_________________] </a:t>
            </a:r>
          </a:p>
          <a:p>
            <a:r>
              <a:rPr lang="fr-FR" sz="1200" dirty="0"/>
              <a:t>Email: [__________________________________] </a:t>
            </a:r>
          </a:p>
          <a:p>
            <a:endParaRPr lang="fr-FR" sz="1200" dirty="0"/>
          </a:p>
          <a:p>
            <a:r>
              <a:rPr lang="en-US" sz="1200" dirty="0"/>
              <a:t>Role: [________________▼] </a:t>
            </a:r>
          </a:p>
          <a:p>
            <a:r>
              <a:rPr lang="en-US" sz="1200" dirty="0"/>
              <a:t>Options: Coordinator | Analyst | Admin | Executive</a:t>
            </a:r>
          </a:p>
          <a:p>
            <a:endParaRPr lang="en-US" sz="1200" dirty="0"/>
          </a:p>
          <a:p>
            <a:r>
              <a:rPr lang="en-US" sz="1200" dirty="0"/>
              <a:t>Status: [_____________▼] </a:t>
            </a:r>
          </a:p>
          <a:p>
            <a:r>
              <a:rPr lang="en-US" sz="1200" dirty="0"/>
              <a:t>Options: Active | Inactive | Locked </a:t>
            </a:r>
          </a:p>
          <a:p>
            <a:endParaRPr lang="en-US" sz="1200" dirty="0"/>
          </a:p>
          <a:p>
            <a:r>
              <a:rPr lang="en-US" sz="1200" dirty="0"/>
              <a:t>Country Assignments: (Multi-select) </a:t>
            </a:r>
            <a:br>
              <a:rPr lang="en-US" sz="1200" dirty="0"/>
            </a:br>
            <a:r>
              <a:rPr lang="en-US" sz="1200" dirty="0"/>
              <a:t>☐ Republic of Korea </a:t>
            </a:r>
            <a:br>
              <a:rPr lang="en-US" sz="1200" dirty="0"/>
            </a:br>
            <a:r>
              <a:rPr lang="en-US" sz="1200" dirty="0"/>
              <a:t>○ Primary Coordinator ● Backup Coordinator </a:t>
            </a:r>
            <a:br>
              <a:rPr lang="en-US" sz="1200" dirty="0"/>
            </a:br>
            <a:r>
              <a:rPr lang="en-US" sz="1200" dirty="0"/>
              <a:t>Effective Date: [__________] End Date: [_______] 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☐ Japan </a:t>
            </a:r>
            <a:br>
              <a:rPr lang="en-US" sz="1200" dirty="0"/>
            </a:br>
            <a:r>
              <a:rPr lang="en-US" sz="1200" dirty="0"/>
              <a:t>☐ France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[Show more countries...] 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│ Contact Information: </a:t>
            </a:r>
            <a:br>
              <a:rPr lang="en-US" sz="1200" dirty="0"/>
            </a:br>
            <a:r>
              <a:rPr lang="en-US" sz="1200" dirty="0"/>
              <a:t> Phone: [_____________]</a:t>
            </a:r>
            <a:br>
              <a:rPr lang="en-US" sz="1200" dirty="0"/>
            </a:br>
            <a:r>
              <a:rPr lang="en-US" sz="1200" dirty="0"/>
              <a:t>Department: [Operations______________]</a:t>
            </a:r>
            <a:br>
              <a:rPr lang="en-US" sz="1200" dirty="0"/>
            </a:br>
            <a:r>
              <a:rPr lang="en-US" sz="1200" dirty="0"/>
              <a:t>Preferred Language: [English ▼]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[ Create User] [ Cancel ] </a:t>
            </a:r>
          </a:p>
        </p:txBody>
      </p:sp>
    </p:spTree>
    <p:extLst>
      <p:ext uri="{BB962C8B-B14F-4D97-AF65-F5344CB8AC3E}">
        <p14:creationId xmlns:p14="http://schemas.microsoft.com/office/powerpoint/2010/main" val="406671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453A-1618-BFAE-757C-C08260F3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C44D-230C-B9FA-0CD2-7B5DE8C3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User Management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538DD-9580-A6E8-B2B3-533A1151D60A}"/>
              </a:ext>
            </a:extLst>
          </p:cNvPr>
          <p:cNvSpPr txBox="1"/>
          <p:nvPr/>
        </p:nvSpPr>
        <p:spPr>
          <a:xfrm>
            <a:off x="550606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tbl_UserCountries</a:t>
            </a:r>
            <a:r>
              <a:rPr lang="en-US" sz="1000" dirty="0"/>
              <a:t> (user-country assignments)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tbl_Countries</a:t>
            </a:r>
            <a:r>
              <a:rPr lang="en-US" sz="1000" dirty="0"/>
              <a:t> (for country dropdown)</a:t>
            </a:r>
          </a:p>
          <a:p>
            <a:r>
              <a:rPr lang="en-US" sz="1000" dirty="0"/>
              <a:t>- Users (from Azure AD or text fields in dev)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Accessible only to Admin role</a:t>
            </a:r>
          </a:p>
          <a:p>
            <a:r>
              <a:rPr lang="en-US" sz="1000" dirty="0"/>
              <a:t>- Central management of all system users</a:t>
            </a:r>
          </a:p>
          <a:p>
            <a:r>
              <a:rPr lang="en-US" sz="1000" dirty="0"/>
              <a:t>- Supports coordinators, analysts, admins, executives</a:t>
            </a:r>
          </a:p>
          <a:p>
            <a:r>
              <a:rPr lang="en-US" sz="1000" dirty="0"/>
              <a:t>- Manages country assignments with primary/backup designation</a:t>
            </a:r>
          </a:p>
          <a:p>
            <a:endParaRPr lang="en-US" sz="1000" dirty="0"/>
          </a:p>
          <a:p>
            <a:r>
              <a:rPr lang="en-US" sz="1000" dirty="0"/>
              <a:t>NAVIGATION TABS:</a:t>
            </a:r>
          </a:p>
          <a:p>
            <a:r>
              <a:rPr lang="en-US" sz="1000" dirty="0"/>
              <a:t>- Users (current screen)</a:t>
            </a:r>
          </a:p>
          <a:p>
            <a:r>
              <a:rPr lang="en-US" sz="1000" dirty="0"/>
              <a:t>- Configuration → Screen 2</a:t>
            </a:r>
          </a:p>
          <a:p>
            <a:r>
              <a:rPr lang="en-US" sz="1000" dirty="0"/>
              <a:t>- Monitoring → Screen 3</a:t>
            </a:r>
          </a:p>
          <a:p>
            <a:r>
              <a:rPr lang="en-US" sz="1000" dirty="0"/>
              <a:t>- Clicking tab changes entire view</a:t>
            </a:r>
          </a:p>
          <a:p>
            <a:endParaRPr lang="en-US" sz="1000" dirty="0"/>
          </a:p>
          <a:p>
            <a:r>
              <a:rPr lang="en-US" sz="1000" dirty="0"/>
              <a:t>USER LIST TABLE:</a:t>
            </a:r>
          </a:p>
          <a:p>
            <a:endParaRPr lang="en-US" sz="1000" dirty="0"/>
          </a:p>
          <a:p>
            <a:r>
              <a:rPr lang="en-US" sz="1000" dirty="0"/>
              <a:t>Columns:</a:t>
            </a:r>
          </a:p>
          <a:p>
            <a:r>
              <a:rPr lang="en-US" sz="1000" dirty="0"/>
              <a:t>- Name: User's display name (from </a:t>
            </a:r>
            <a:r>
              <a:rPr lang="en-US" sz="1000" dirty="0" err="1"/>
              <a:t>tbl_UserCountries.UserName</a:t>
            </a:r>
            <a:r>
              <a:rPr lang="en-US" sz="1000" dirty="0"/>
              <a:t>)</a:t>
            </a:r>
          </a:p>
          <a:p>
            <a:r>
              <a:rPr lang="en-US" sz="1000" dirty="0"/>
              <a:t>- Email: User's email address</a:t>
            </a:r>
          </a:p>
          <a:p>
            <a:r>
              <a:rPr lang="en-US" sz="1000" dirty="0"/>
              <a:t>- Role: Coordinator, Analyst, Admin, Executive</a:t>
            </a:r>
          </a:p>
          <a:p>
            <a:r>
              <a:rPr lang="en-US" sz="1000" dirty="0"/>
              <a:t>- Countries: List of assigned countries</a:t>
            </a:r>
          </a:p>
          <a:p>
            <a:r>
              <a:rPr lang="en-US" sz="1000" dirty="0"/>
              <a:t>  * (P) = Primary coordinator</a:t>
            </a:r>
          </a:p>
          <a:p>
            <a:r>
              <a:rPr lang="en-US" sz="1000" dirty="0"/>
              <a:t>  * If &gt;3 countries, shows "+X more"</a:t>
            </a:r>
          </a:p>
          <a:p>
            <a:r>
              <a:rPr lang="en-US" sz="1000" dirty="0"/>
              <a:t>  * Click to expand full list</a:t>
            </a:r>
          </a:p>
          <a:p>
            <a:r>
              <a:rPr lang="en-US" sz="1000" dirty="0"/>
              <a:t>- Status: Active/Inactive/Locked</a:t>
            </a:r>
          </a:p>
          <a:p>
            <a:r>
              <a:rPr lang="en-US" sz="1000" dirty="0"/>
              <a:t>- Actions: Edit (opens modal), Delete (confirmation required)</a:t>
            </a:r>
          </a:p>
          <a:p>
            <a:endParaRPr lang="en-US" sz="1000" dirty="0"/>
          </a:p>
          <a:p>
            <a:r>
              <a:rPr lang="en-US" sz="1000" dirty="0"/>
              <a:t>Filter Options:</a:t>
            </a:r>
          </a:p>
          <a:p>
            <a:r>
              <a:rPr lang="en-US" sz="1000" dirty="0"/>
              <a:t>- All Roles: Shows everyone</a:t>
            </a:r>
          </a:p>
          <a:p>
            <a:r>
              <a:rPr lang="en-US" sz="1000" dirty="0"/>
              <a:t>- Coordinators: Only coordinators</a:t>
            </a:r>
          </a:p>
          <a:p>
            <a:r>
              <a:rPr lang="en-US" sz="1000" dirty="0"/>
              <a:t>- Analysts: Only analysts</a:t>
            </a:r>
          </a:p>
          <a:p>
            <a:r>
              <a:rPr lang="en-US" sz="1000" dirty="0"/>
              <a:t>- Admins: Only admins</a:t>
            </a:r>
          </a:p>
          <a:p>
            <a:r>
              <a:rPr lang="en-US" sz="1000" dirty="0"/>
              <a:t>- Can also filter by Status and Country</a:t>
            </a:r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EFDCA-DF23-6D97-BC93-5DA9496185D9}"/>
              </a:ext>
            </a:extLst>
          </p:cNvPr>
          <p:cNvSpPr txBox="1"/>
          <p:nvPr/>
        </p:nvSpPr>
        <p:spPr>
          <a:xfrm>
            <a:off x="3982065" y="681676"/>
            <a:ext cx="3431459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Sorting:</a:t>
            </a:r>
          </a:p>
          <a:p>
            <a:r>
              <a:rPr lang="en-US" sz="1000" dirty="0"/>
              <a:t>- Default: Alphabetical by name</a:t>
            </a:r>
          </a:p>
          <a:p>
            <a:r>
              <a:rPr lang="en-US" sz="1000" dirty="0"/>
              <a:t>- Click column headers to sort</a:t>
            </a:r>
          </a:p>
          <a:p>
            <a:r>
              <a:rPr lang="en-US" sz="1000" dirty="0"/>
              <a:t>- Secondary sort: Email</a:t>
            </a:r>
          </a:p>
          <a:p>
            <a:endParaRPr lang="en-US" sz="1000" dirty="0"/>
          </a:p>
          <a:p>
            <a:r>
              <a:rPr lang="en-US" sz="1000" dirty="0"/>
              <a:t>ADD NEW USER:</a:t>
            </a:r>
          </a:p>
          <a:p>
            <a:endParaRPr lang="en-US" sz="1000" dirty="0"/>
          </a:p>
          <a:p>
            <a:r>
              <a:rPr lang="en-US" sz="1000" dirty="0"/>
              <a:t>Opens modal/form with blank fields:</a:t>
            </a:r>
          </a:p>
          <a:p>
            <a:r>
              <a:rPr lang="en-US" sz="1000" dirty="0"/>
              <a:t>- Name: Required, 2-100 characters</a:t>
            </a:r>
          </a:p>
          <a:p>
            <a:r>
              <a:rPr lang="en-US" sz="1000" dirty="0"/>
              <a:t>- Email: Required, valid email format, unique</a:t>
            </a:r>
          </a:p>
          <a:p>
            <a:r>
              <a:rPr lang="en-US" sz="1000" dirty="0"/>
              <a:t>- Role: Required dropdown (Coordinator/Analyst/Admin/Executive)</a:t>
            </a:r>
          </a:p>
          <a:p>
            <a:r>
              <a:rPr lang="en-US" sz="1000" dirty="0"/>
              <a:t>- Status: Defaults to Active</a:t>
            </a:r>
          </a:p>
          <a:p>
            <a:r>
              <a:rPr lang="en-US" sz="1000" dirty="0"/>
              <a:t>- Country Assignments: Optional initially, can add after creation</a:t>
            </a:r>
          </a:p>
          <a:p>
            <a:r>
              <a:rPr lang="en-US" sz="1000" dirty="0"/>
              <a:t>- Contact info: Optional</a:t>
            </a:r>
          </a:p>
          <a:p>
            <a:endParaRPr lang="en-US" sz="1000" dirty="0"/>
          </a:p>
          <a:p>
            <a:r>
              <a:rPr lang="en-US" sz="1000" dirty="0"/>
              <a:t>Validation:</a:t>
            </a:r>
          </a:p>
          <a:p>
            <a:r>
              <a:rPr lang="en-US" sz="1000" dirty="0"/>
              <a:t>- Email must be unique</a:t>
            </a:r>
          </a:p>
          <a:p>
            <a:r>
              <a:rPr lang="en-US" sz="1000" dirty="0"/>
              <a:t>- Name required</a:t>
            </a:r>
          </a:p>
          <a:p>
            <a:r>
              <a:rPr lang="en-US" sz="1000" dirty="0"/>
              <a:t>- Role required</a:t>
            </a:r>
          </a:p>
          <a:p>
            <a:r>
              <a:rPr lang="en-US" sz="1000" dirty="0"/>
              <a:t>- At least one country assignment recommended (warning if none)</a:t>
            </a:r>
          </a:p>
          <a:p>
            <a:endParaRPr lang="en-US" sz="1000" dirty="0"/>
          </a:p>
          <a:p>
            <a:r>
              <a:rPr lang="en-US" sz="1000" dirty="0"/>
              <a:t>Create Action:</a:t>
            </a:r>
          </a:p>
          <a:p>
            <a:r>
              <a:rPr lang="en-US" sz="1000" dirty="0"/>
              <a:t>- Validates fields</a:t>
            </a:r>
          </a:p>
          <a:p>
            <a:r>
              <a:rPr lang="en-US" sz="1000" dirty="0"/>
              <a:t>- Creates record in </a:t>
            </a:r>
            <a:r>
              <a:rPr lang="en-US" sz="1000" dirty="0" err="1"/>
              <a:t>tbl_UserCountries</a:t>
            </a:r>
            <a:r>
              <a:rPr lang="en-US" sz="1000" dirty="0"/>
              <a:t> for each country assigned</a:t>
            </a:r>
          </a:p>
          <a:p>
            <a:r>
              <a:rPr lang="en-US" sz="1000" dirty="0"/>
              <a:t>- Sends welcome email with login instructions</a:t>
            </a:r>
          </a:p>
          <a:p>
            <a:r>
              <a:rPr lang="en-US" sz="1000" dirty="0"/>
              <a:t>- Returns to user list with success message</a:t>
            </a:r>
          </a:p>
          <a:p>
            <a:r>
              <a:rPr lang="en-US" sz="1000" dirty="0"/>
              <a:t>- New user appears at top (sorted by creation date initially)</a:t>
            </a:r>
          </a:p>
          <a:p>
            <a:endParaRPr lang="en-US" sz="1000" dirty="0"/>
          </a:p>
          <a:p>
            <a:r>
              <a:rPr lang="en-US" sz="1000" dirty="0"/>
              <a:t>EDIT USER FORM:</a:t>
            </a:r>
          </a:p>
          <a:p>
            <a:endParaRPr lang="en-US" sz="1000" dirty="0"/>
          </a:p>
          <a:p>
            <a:r>
              <a:rPr lang="en-US" sz="1000" dirty="0"/>
              <a:t>Pre-populated with existing data:</a:t>
            </a:r>
          </a:p>
          <a:p>
            <a:r>
              <a:rPr lang="en-US" sz="1000" dirty="0"/>
              <a:t>- Name and Email editable</a:t>
            </a:r>
          </a:p>
          <a:p>
            <a:r>
              <a:rPr lang="en-US" sz="1000" dirty="0"/>
              <a:t>- Role can be changed (with confirmation if changing from/to Admin)</a:t>
            </a:r>
          </a:p>
          <a:p>
            <a:r>
              <a:rPr lang="en-US" sz="1000" dirty="0"/>
              <a:t>- Status can be changed</a:t>
            </a:r>
          </a:p>
          <a:p>
            <a:r>
              <a:rPr lang="en-US" sz="1000" dirty="0"/>
              <a:t>- Country assignments shown with checkboxes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FB9FF-E8C0-B4DA-F6BB-64E9D5FBC707}"/>
              </a:ext>
            </a:extLst>
          </p:cNvPr>
          <p:cNvSpPr txBox="1"/>
          <p:nvPr/>
        </p:nvSpPr>
        <p:spPr>
          <a:xfrm>
            <a:off x="7413524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Country Assignment Section:</a:t>
            </a:r>
          </a:p>
          <a:p>
            <a:r>
              <a:rPr lang="en-US" sz="1000" dirty="0"/>
              <a:t>- Shows all countries as checkboxes</a:t>
            </a:r>
          </a:p>
          <a:p>
            <a:r>
              <a:rPr lang="en-US" sz="1000" dirty="0"/>
              <a:t>- Selected countries show:</a:t>
            </a:r>
          </a:p>
          <a:p>
            <a:r>
              <a:rPr lang="en-US" sz="1000" dirty="0"/>
              <a:t>  * Primary or Backup radio buttons</a:t>
            </a:r>
          </a:p>
          <a:p>
            <a:r>
              <a:rPr lang="en-US" sz="1000" dirty="0"/>
              <a:t>  * Effective Date (when assignment started)</a:t>
            </a:r>
          </a:p>
          <a:p>
            <a:r>
              <a:rPr lang="en-US" sz="1000" dirty="0"/>
              <a:t>  * End Date (optional - when assignment ends)</a:t>
            </a:r>
          </a:p>
          <a:p>
            <a:r>
              <a:rPr lang="en-US" sz="1000" dirty="0"/>
              <a:t>- Can add new assignments</a:t>
            </a:r>
          </a:p>
          <a:p>
            <a:r>
              <a:rPr lang="en-US" sz="1000" dirty="0"/>
              <a:t>- Can end assignments by setting End Date</a:t>
            </a:r>
          </a:p>
          <a:p>
            <a:r>
              <a:rPr lang="en-US" sz="1000" dirty="0"/>
              <a:t>- Rule: Each country must have exactly one Primary coordinator</a:t>
            </a:r>
          </a:p>
          <a:p>
            <a:endParaRPr lang="en-US" sz="1000" dirty="0"/>
          </a:p>
          <a:p>
            <a:r>
              <a:rPr lang="en-US" sz="1000" dirty="0"/>
              <a:t>Primary/Backup Logic:</a:t>
            </a:r>
          </a:p>
          <a:p>
            <a:r>
              <a:rPr lang="en-US" sz="1000" dirty="0"/>
              <a:t>- Only one Primary per country allowed</a:t>
            </a:r>
          </a:p>
          <a:p>
            <a:r>
              <a:rPr lang="en-US" sz="1000" dirty="0"/>
              <a:t>- Changing someone to Primary automatically makes current Primary into Backup</a:t>
            </a:r>
          </a:p>
          <a:p>
            <a:r>
              <a:rPr lang="en-US" sz="1000" dirty="0"/>
              <a:t>- Confirmation prompt: "Ji-Won is currently Primary for Korea. Make Yuki Primary instead?"</a:t>
            </a:r>
          </a:p>
          <a:p>
            <a:r>
              <a:rPr lang="en-US" sz="1000" dirty="0"/>
              <a:t>- Multiple Backups allowed per country</a:t>
            </a:r>
          </a:p>
          <a:p>
            <a:endParaRPr lang="en-US" sz="1000" dirty="0"/>
          </a:p>
          <a:p>
            <a:r>
              <a:rPr lang="en-US" sz="1000" dirty="0"/>
              <a:t>Effective/End Dates:</a:t>
            </a:r>
          </a:p>
          <a:p>
            <a:r>
              <a:rPr lang="en-US" sz="1000" dirty="0"/>
              <a:t>- Effective Date defaults to today when adding assignment</a:t>
            </a:r>
          </a:p>
          <a:p>
            <a:r>
              <a:rPr lang="en-US" sz="1000" dirty="0"/>
              <a:t>- End Date optional (null = ongoing assignment)</a:t>
            </a:r>
          </a:p>
          <a:p>
            <a:r>
              <a:rPr lang="en-US" sz="1000" dirty="0"/>
              <a:t>- End Date must be &gt;= Effective Date</a:t>
            </a:r>
          </a:p>
          <a:p>
            <a:r>
              <a:rPr lang="en-US" sz="1000" dirty="0"/>
              <a:t>- Cannot delete assignment with historical data (must set End Date)</a:t>
            </a:r>
          </a:p>
          <a:p>
            <a:endParaRPr lang="en-US" sz="1000" dirty="0"/>
          </a:p>
          <a:p>
            <a:r>
              <a:rPr lang="en-US" sz="1000" dirty="0"/>
              <a:t>Save Changes:</a:t>
            </a:r>
          </a:p>
          <a:p>
            <a:r>
              <a:rPr lang="en-US" sz="1000" dirty="0"/>
              <a:t>- Validates all fields</a:t>
            </a:r>
          </a:p>
          <a:p>
            <a:r>
              <a:rPr lang="en-US" sz="1000" dirty="0"/>
              <a:t>- Updates </a:t>
            </a:r>
            <a:r>
              <a:rPr lang="en-US" sz="1000" dirty="0" err="1"/>
              <a:t>tbl_UserCountries</a:t>
            </a:r>
            <a:r>
              <a:rPr lang="en-US" sz="1000" dirty="0"/>
              <a:t> records</a:t>
            </a:r>
          </a:p>
          <a:p>
            <a:r>
              <a:rPr lang="en-US" sz="1000" dirty="0"/>
              <a:t>- If country assignments changed:</a:t>
            </a:r>
          </a:p>
          <a:p>
            <a:r>
              <a:rPr lang="en-US" sz="1000" dirty="0"/>
              <a:t>  * Creates new records for new assignments</a:t>
            </a:r>
          </a:p>
          <a:p>
            <a:r>
              <a:rPr lang="en-US" sz="1000" dirty="0"/>
              <a:t>  * Sets End Date for removed assignments (soft delete)</a:t>
            </a:r>
          </a:p>
          <a:p>
            <a:r>
              <a:rPr lang="en-US" sz="1000" dirty="0"/>
              <a:t>- Audit log entry created</a:t>
            </a:r>
          </a:p>
          <a:p>
            <a:r>
              <a:rPr lang="en-US" sz="1000" dirty="0"/>
              <a:t>- Success message displayed</a:t>
            </a:r>
          </a:p>
          <a:p>
            <a:r>
              <a:rPr lang="en-US" sz="1000" dirty="0"/>
              <a:t>- Form closes, returns to user list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5284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AE53-8B99-FFAD-5094-BF291BB0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9DA7-98F0-EB88-B4E6-580F3967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1: User Management 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56D90-96FC-6239-8164-BA5E46668203}"/>
              </a:ext>
            </a:extLst>
          </p:cNvPr>
          <p:cNvSpPr txBox="1"/>
          <p:nvPr/>
        </p:nvSpPr>
        <p:spPr>
          <a:xfrm>
            <a:off x="550606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DELETE USER:</a:t>
            </a:r>
          </a:p>
          <a:p>
            <a:endParaRPr lang="en-US" sz="1000" dirty="0"/>
          </a:p>
          <a:p>
            <a:r>
              <a:rPr lang="en-US" sz="1000" dirty="0"/>
              <a:t>Confirmation Modal:</a:t>
            </a:r>
          </a:p>
          <a:p>
            <a:r>
              <a:rPr lang="en-US" sz="1000" dirty="0"/>
              <a:t>"Are you sure you want to delete [User Name]?</a:t>
            </a:r>
          </a:p>
          <a:p>
            <a:r>
              <a:rPr lang="en-US" sz="1000" dirty="0"/>
              <a:t>This will:</a:t>
            </a:r>
          </a:p>
          <a:p>
            <a:r>
              <a:rPr lang="en-US" sz="1000" dirty="0"/>
              <a:t>- Remove all country assignments</a:t>
            </a:r>
          </a:p>
          <a:p>
            <a:r>
              <a:rPr lang="en-US" sz="1000" dirty="0"/>
              <a:t>- Remove access to all apps</a:t>
            </a:r>
          </a:p>
          <a:p>
            <a:r>
              <a:rPr lang="en-US" sz="1000" dirty="0"/>
              <a:t>- Preserve historical submission data</a:t>
            </a:r>
          </a:p>
          <a:p>
            <a:r>
              <a:rPr lang="en-US" sz="1000" dirty="0"/>
              <a:t>Cannot be undone. Proceed?"</a:t>
            </a:r>
          </a:p>
          <a:p>
            <a:endParaRPr lang="en-US" sz="1000" dirty="0"/>
          </a:p>
          <a:p>
            <a:r>
              <a:rPr lang="en-US" sz="1000" dirty="0"/>
              <a:t>[ Cancel ]  [ Delete User ]</a:t>
            </a:r>
          </a:p>
          <a:p>
            <a:endParaRPr lang="en-US" sz="1000" dirty="0"/>
          </a:p>
          <a:p>
            <a:r>
              <a:rPr lang="en-US" sz="1000" dirty="0"/>
              <a:t>Delete Action:</a:t>
            </a:r>
          </a:p>
          <a:p>
            <a:r>
              <a:rPr lang="en-US" sz="1000" dirty="0"/>
              <a:t>- Sets Status = Inactive (soft delete)</a:t>
            </a:r>
          </a:p>
          <a:p>
            <a:r>
              <a:rPr lang="en-US" sz="1000" dirty="0"/>
              <a:t>- Sets End Date = Today for all country assignments</a:t>
            </a:r>
          </a:p>
          <a:p>
            <a:r>
              <a:rPr lang="en-US" sz="1000" dirty="0"/>
              <a:t>- User cannot login but historical data preserved</a:t>
            </a:r>
          </a:p>
          <a:p>
            <a:r>
              <a:rPr lang="en-US" sz="1000" dirty="0"/>
              <a:t>- Can be reactivated by Admin if needed</a:t>
            </a:r>
          </a:p>
          <a:p>
            <a:endParaRPr lang="en-US" sz="1000" dirty="0"/>
          </a:p>
          <a:p>
            <a:r>
              <a:rPr lang="en-US" sz="1000" dirty="0"/>
              <a:t>ROLE PERMISSIONS:</a:t>
            </a:r>
          </a:p>
          <a:p>
            <a:endParaRPr lang="en-US" sz="1000" dirty="0"/>
          </a:p>
          <a:p>
            <a:r>
              <a:rPr lang="en-US" sz="1000" dirty="0"/>
              <a:t>Coordinator:</a:t>
            </a:r>
          </a:p>
          <a:p>
            <a:r>
              <a:rPr lang="en-US" sz="1000" dirty="0"/>
              <a:t>- Access: Submission Portal only</a:t>
            </a:r>
          </a:p>
          <a:p>
            <a:r>
              <a:rPr lang="en-US" sz="1000" dirty="0"/>
              <a:t>- Can submit: Only assigned countries</a:t>
            </a:r>
          </a:p>
          <a:p>
            <a:r>
              <a:rPr lang="en-US" sz="1000" dirty="0"/>
              <a:t>- Can view: Own submission history</a:t>
            </a:r>
          </a:p>
          <a:p>
            <a:endParaRPr lang="en-US" sz="1000" dirty="0"/>
          </a:p>
          <a:p>
            <a:r>
              <a:rPr lang="en-US" sz="1000" dirty="0"/>
              <a:t>Analyst:</a:t>
            </a:r>
          </a:p>
          <a:p>
            <a:r>
              <a:rPr lang="en-US" sz="1000" dirty="0"/>
              <a:t>- Access: Data Quality Dashboard</a:t>
            </a:r>
          </a:p>
          <a:p>
            <a:r>
              <a:rPr lang="en-US" sz="1000" dirty="0"/>
              <a:t>- Can validate: All countries OR assigned countries (configurable)</a:t>
            </a:r>
          </a:p>
          <a:p>
            <a:r>
              <a:rPr lang="en-US" sz="1000" dirty="0"/>
              <a:t>- Can manual entry: All countries</a:t>
            </a:r>
          </a:p>
          <a:p>
            <a:r>
              <a:rPr lang="en-US" sz="1000" dirty="0"/>
              <a:t>- Can communicate: With all coordinators</a:t>
            </a:r>
          </a:p>
          <a:p>
            <a:endParaRPr lang="en-US" sz="1000" dirty="0"/>
          </a:p>
          <a:p>
            <a:r>
              <a:rPr lang="en-US" sz="1000" dirty="0"/>
              <a:t>Admin:</a:t>
            </a:r>
          </a:p>
          <a:p>
            <a:r>
              <a:rPr lang="en-US" sz="1000" dirty="0"/>
              <a:t>- Access: All apps including Admin Console</a:t>
            </a:r>
          </a:p>
          <a:p>
            <a:r>
              <a:rPr lang="en-US" sz="1000" dirty="0"/>
              <a:t>- Full CRUD on users, settings, etc.</a:t>
            </a:r>
          </a:p>
          <a:p>
            <a:r>
              <a:rPr lang="en-US" sz="1000" dirty="0"/>
              <a:t>- Cannot be locked out (at least one admin must exist)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7216-C3DB-FF9E-31BB-2E6FD4C6E6A8}"/>
              </a:ext>
            </a:extLst>
          </p:cNvPr>
          <p:cNvSpPr txBox="1"/>
          <p:nvPr/>
        </p:nvSpPr>
        <p:spPr>
          <a:xfrm>
            <a:off x="3982065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Executive:</a:t>
            </a:r>
          </a:p>
          <a:p>
            <a:r>
              <a:rPr lang="en-US" sz="1000" dirty="0"/>
              <a:t>- Access: Power BI dashboards only (read-only)</a:t>
            </a:r>
          </a:p>
          <a:p>
            <a:r>
              <a:rPr lang="en-US" sz="1000" dirty="0"/>
              <a:t>- Cannot submit or validate</a:t>
            </a:r>
          </a:p>
          <a:p>
            <a:r>
              <a:rPr lang="en-US" sz="1000" dirty="0"/>
              <a:t>- View all data</a:t>
            </a:r>
          </a:p>
          <a:p>
            <a:endParaRPr lang="en-US" sz="1000" dirty="0"/>
          </a:p>
          <a:p>
            <a:r>
              <a:rPr lang="en-US" sz="1000" dirty="0"/>
              <a:t>BUSINESS RULES:</a:t>
            </a:r>
          </a:p>
          <a:p>
            <a:endParaRPr lang="en-US" sz="1000" dirty="0"/>
          </a:p>
          <a:p>
            <a:r>
              <a:rPr lang="en-US" sz="1000" dirty="0"/>
              <a:t>- Cannot delete last admin (system must have &gt;=1 admin)</a:t>
            </a:r>
          </a:p>
          <a:p>
            <a:r>
              <a:rPr lang="en-US" sz="1000" dirty="0"/>
              <a:t>- Each country requires at least one Primary coordinator (warning if none)</a:t>
            </a:r>
          </a:p>
          <a:p>
            <a:r>
              <a:rPr lang="en-US" sz="1000" dirty="0"/>
              <a:t>- Email must be unique across all users</a:t>
            </a:r>
          </a:p>
          <a:p>
            <a:r>
              <a:rPr lang="en-US" sz="1000" dirty="0"/>
              <a:t>- Cannot have both Primary and Backup for same country/user</a:t>
            </a:r>
          </a:p>
          <a:p>
            <a:r>
              <a:rPr lang="en-US" sz="1000" dirty="0"/>
              <a:t>- Historical assignments preserved (soft delete via End Date)</a:t>
            </a:r>
          </a:p>
          <a:p>
            <a:endParaRPr lang="en-US" sz="1000" dirty="0"/>
          </a:p>
          <a:p>
            <a:r>
              <a:rPr lang="en-US" sz="1000" dirty="0"/>
              <a:t>WELCOME EMAIL (New User):</a:t>
            </a:r>
          </a:p>
          <a:p>
            <a:endParaRPr lang="en-US" sz="1000" dirty="0"/>
          </a:p>
          <a:p>
            <a:r>
              <a:rPr lang="en-US" sz="1000" dirty="0"/>
              <a:t>Triggered when new user created with Status = Active</a:t>
            </a:r>
          </a:p>
          <a:p>
            <a:endParaRPr lang="en-US" sz="1000" dirty="0"/>
          </a:p>
          <a:p>
            <a:r>
              <a:rPr lang="en-US" sz="1000" dirty="0"/>
              <a:t>Subject: "Welcome to Global Training Enrollment System"</a:t>
            </a:r>
          </a:p>
          <a:p>
            <a:r>
              <a:rPr lang="en-US" sz="1000" dirty="0"/>
              <a:t>Body:</a:t>
            </a:r>
          </a:p>
          <a:p>
            <a:r>
              <a:rPr lang="en-US" sz="1000" dirty="0"/>
              <a:t>"Hi [User Name],</a:t>
            </a:r>
          </a:p>
          <a:p>
            <a:endParaRPr lang="en-US" sz="1000" dirty="0"/>
          </a:p>
          <a:p>
            <a:r>
              <a:rPr lang="en-US" sz="1000" dirty="0"/>
              <a:t>Your account has been created for the Global Training Enrollment System.</a:t>
            </a:r>
          </a:p>
          <a:p>
            <a:endParaRPr lang="en-US" sz="1000" dirty="0"/>
          </a:p>
          <a:p>
            <a:r>
              <a:rPr lang="en-US" sz="1000" dirty="0"/>
              <a:t>Role: [Role]</a:t>
            </a:r>
          </a:p>
          <a:p>
            <a:r>
              <a:rPr lang="en-US" sz="1000" dirty="0"/>
              <a:t>Assigned Countries: [Country List]</a:t>
            </a:r>
          </a:p>
          <a:p>
            <a:endParaRPr lang="en-US" sz="1000" dirty="0"/>
          </a:p>
          <a:p>
            <a:r>
              <a:rPr lang="en-US" sz="1000" dirty="0"/>
              <a:t>You can access the system at: [Portal URL]</a:t>
            </a:r>
          </a:p>
          <a:p>
            <a:r>
              <a:rPr lang="en-US" sz="1000" dirty="0"/>
              <a:t>Login with your email: [User Email]</a:t>
            </a:r>
          </a:p>
          <a:p>
            <a:endParaRPr lang="en-US" sz="1000" dirty="0"/>
          </a:p>
          <a:p>
            <a:r>
              <a:rPr lang="en-US" sz="1000" dirty="0"/>
              <a:t>[Role-specific instructions]</a:t>
            </a:r>
          </a:p>
          <a:p>
            <a:endParaRPr lang="en-US" sz="1000" dirty="0"/>
          </a:p>
          <a:p>
            <a:r>
              <a:rPr lang="en-US" sz="1000" dirty="0"/>
              <a:t>If you have questions, contact: [Admin Email]</a:t>
            </a:r>
          </a:p>
          <a:p>
            <a:endParaRPr lang="en-US" sz="1000" dirty="0"/>
          </a:p>
          <a:p>
            <a:r>
              <a:rPr lang="en-US" sz="1000" dirty="0"/>
              <a:t>Welcome aboard!</a:t>
            </a:r>
          </a:p>
          <a:p>
            <a:r>
              <a:rPr lang="en-US" sz="1000" dirty="0"/>
              <a:t>[Admin Name]"</a:t>
            </a:r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55AC2-637C-0789-2172-03D5DC22D3DD}"/>
              </a:ext>
            </a:extLst>
          </p:cNvPr>
          <p:cNvSpPr txBox="1"/>
          <p:nvPr/>
        </p:nvSpPr>
        <p:spPr>
          <a:xfrm>
            <a:off x="7413524" y="681676"/>
            <a:ext cx="3431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Gallery control for user list: Items = </a:t>
            </a:r>
            <a:r>
              <a:rPr lang="en-US" sz="1000" dirty="0" err="1"/>
              <a:t>tbl_UserCountries</a:t>
            </a:r>
            <a:endParaRPr lang="en-US" sz="1000" dirty="0"/>
          </a:p>
          <a:p>
            <a:r>
              <a:rPr lang="en-US" sz="1000" dirty="0"/>
              <a:t>- Distinct users (may have multiple country records)</a:t>
            </a:r>
          </a:p>
          <a:p>
            <a:r>
              <a:rPr lang="en-US" sz="1000" dirty="0"/>
              <a:t>- Edit form: Form control with Mode = Edit</a:t>
            </a:r>
          </a:p>
          <a:p>
            <a:r>
              <a:rPr lang="en-US" sz="1000" dirty="0"/>
              <a:t>- Add form: Form control with Mode = New</a:t>
            </a:r>
          </a:p>
          <a:p>
            <a:r>
              <a:rPr lang="en-US" sz="1000" dirty="0"/>
              <a:t>- Patch() to </a:t>
            </a:r>
            <a:r>
              <a:rPr lang="en-US" sz="1000" dirty="0" err="1"/>
              <a:t>tbl_UserCountries</a:t>
            </a:r>
            <a:r>
              <a:rPr lang="en-US" sz="1000" dirty="0"/>
              <a:t> for assignments</a:t>
            </a:r>
          </a:p>
          <a:p>
            <a:r>
              <a:rPr lang="en-US" sz="1000" dirty="0"/>
              <a:t>- Multi-select for countries: Checkboxes or </a:t>
            </a:r>
            <a:r>
              <a:rPr lang="en-US" sz="1000" dirty="0" err="1"/>
              <a:t>Combobox</a:t>
            </a:r>
            <a:endParaRPr lang="en-US" sz="1000" dirty="0"/>
          </a:p>
          <a:p>
            <a:r>
              <a:rPr lang="en-US" sz="1000" dirty="0"/>
              <a:t>- Concurrent() for multiple table updates</a:t>
            </a:r>
          </a:p>
          <a:p>
            <a:r>
              <a:rPr lang="en-US" sz="1000" dirty="0"/>
              <a:t>- Validation before save: If(</a:t>
            </a:r>
            <a:r>
              <a:rPr lang="en-US" sz="1000" dirty="0" err="1"/>
              <a:t>IsBlank</a:t>
            </a:r>
            <a:r>
              <a:rPr lang="en-US" sz="1000" dirty="0"/>
              <a:t>(</a:t>
            </a:r>
            <a:r>
              <a:rPr lang="en-US" sz="1000" dirty="0" err="1"/>
              <a:t>txtName.Text</a:t>
            </a:r>
            <a:r>
              <a:rPr lang="en-US" sz="1000" dirty="0"/>
              <a:t>), Notify(...))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Tab order: Name → Email → Role → Status → Countries → Actions</a:t>
            </a:r>
          </a:p>
          <a:p>
            <a:r>
              <a:rPr lang="en-US" sz="1000" dirty="0"/>
              <a:t>- Screen reader labels on all form fields</a:t>
            </a:r>
          </a:p>
          <a:p>
            <a:r>
              <a:rPr lang="en-US" sz="1000" dirty="0"/>
              <a:t>- Keyboard shortcuts: </a:t>
            </a:r>
            <a:r>
              <a:rPr lang="en-US" sz="1000" dirty="0" err="1"/>
              <a:t>Ctrl+N</a:t>
            </a:r>
            <a:r>
              <a:rPr lang="en-US" sz="1000" dirty="0"/>
              <a:t> for new user, Escape to close form</a:t>
            </a:r>
          </a:p>
          <a:p>
            <a:r>
              <a:rPr lang="en-US" sz="1000" dirty="0"/>
              <a:t>- High contrast mode for status indicators</a:t>
            </a:r>
          </a:p>
        </p:txBody>
      </p:sp>
    </p:spTree>
    <p:extLst>
      <p:ext uri="{BB962C8B-B14F-4D97-AF65-F5344CB8AC3E}">
        <p14:creationId xmlns:p14="http://schemas.microsoft.com/office/powerpoint/2010/main" val="314333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F8C4-1ACB-9196-2451-9F709AA7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F813-36D1-63A6-75CD-4D8B7473A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System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DB1B-B647-6024-ECBF-1E1B2B2DB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System settings, deadlines, and validation thresholds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5E042-2ED2-DB0E-D20D-4613825F78D9}"/>
              </a:ext>
            </a:extLst>
          </p:cNvPr>
          <p:cNvSpPr/>
          <p:nvPr/>
        </p:nvSpPr>
        <p:spPr>
          <a:xfrm>
            <a:off x="540774" y="1071861"/>
            <a:ext cx="10653246" cy="5649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┌─────────────┐</a:t>
            </a:r>
          </a:p>
          <a:p>
            <a:pPr algn="ctr"/>
            <a:r>
              <a:rPr lang="en-US" dirty="0"/>
              <a:t>│   PENDING   │</a:t>
            </a:r>
          </a:p>
          <a:p>
            <a:pPr algn="ctr"/>
            <a:r>
              <a:rPr lang="en-US" dirty="0"/>
              <a:t>│      8      │</a:t>
            </a:r>
          </a:p>
          <a:p>
            <a:pPr algn="ctr"/>
            <a:r>
              <a:rPr lang="en-US" dirty="0"/>
              <a:t>│   Review    │</a:t>
            </a:r>
          </a:p>
          <a:p>
            <a:pPr algn="ctr"/>
            <a:r>
              <a:rPr lang="en-US" dirty="0"/>
              <a:t>└─────────────┘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7D0190-F58C-068B-572D-A8B10845FEFF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⚙️ </a:t>
            </a:r>
            <a:r>
              <a:rPr lang="en-US" dirty="0">
                <a:solidFill>
                  <a:schemeClr val="tx1"/>
                </a:solidFill>
              </a:rPr>
              <a:t>Admin Console | Administrator: [Admin Name] |                                                                                                    [Logout]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8908A-699D-D0FF-E480-851167A6F946}"/>
              </a:ext>
            </a:extLst>
          </p:cNvPr>
          <p:cNvSpPr txBox="1"/>
          <p:nvPr/>
        </p:nvSpPr>
        <p:spPr>
          <a:xfrm>
            <a:off x="678420" y="1237886"/>
            <a:ext cx="1036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 Users ]   [ Configuration ] (active) [ Monitoring 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C146A-1F15-E4BC-AAD6-E47B346D83E9}"/>
              </a:ext>
            </a:extLst>
          </p:cNvPr>
          <p:cNvSpPr txBox="1"/>
          <p:nvPr/>
        </p:nvSpPr>
        <p:spPr>
          <a:xfrm>
            <a:off x="686414" y="1607218"/>
            <a:ext cx="6213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System Configuration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20F66-E1FF-099A-A5C6-167E116DC70D}"/>
              </a:ext>
            </a:extLst>
          </p:cNvPr>
          <p:cNvSpPr/>
          <p:nvPr/>
        </p:nvSpPr>
        <p:spPr>
          <a:xfrm>
            <a:off x="686413" y="2068883"/>
            <a:ext cx="3118671" cy="21983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Submission Deadlines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Default Submission Deadline: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Day of month: [3▼] (3rd business day)</a:t>
            </a:r>
            <a:br>
              <a:rPr lang="en-US" sz="1000" dirty="0">
                <a:solidFill>
                  <a:schemeClr val="tx1"/>
                </a:solidFill>
              </a:rPr>
            </a:b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Country-Specific Exceptions: </a:t>
            </a:r>
          </a:p>
          <a:p>
            <a:r>
              <a:rPr lang="en-US" sz="1000" dirty="0">
                <a:solidFill>
                  <a:schemeClr val="tx1"/>
                </a:solidFill>
              </a:rPr>
              <a:t>Brazil: [5▼] business days (consistently late)  Peru: [5▼] business days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[+ Add Exception]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Fiscal Year Settings: 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Fiscal year starts: [October ▼] (Month) </a:t>
            </a:r>
          </a:p>
          <a:p>
            <a:r>
              <a:rPr lang="en-US" sz="1000" dirty="0">
                <a:solidFill>
                  <a:schemeClr val="tx1"/>
                </a:solidFill>
              </a:rPr>
              <a:t>Budget submission month: [October ▼]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31A45-14E5-EE91-269E-BCFD777B012B}"/>
              </a:ext>
            </a:extLst>
          </p:cNvPr>
          <p:cNvSpPr/>
          <p:nvPr/>
        </p:nvSpPr>
        <p:spPr>
          <a:xfrm>
            <a:off x="7215033" y="2128548"/>
            <a:ext cx="3118671" cy="27202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Data Quality Thresholds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Anomaly Detection: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Variance threshold (prior month): [50] %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(Flags volumes &gt;50% different from prior month) </a:t>
            </a:r>
            <a:br>
              <a:rPr lang="en-US" sz="1000" dirty="0">
                <a:solidFill>
                  <a:schemeClr val="tx1"/>
                </a:solidFill>
              </a:rPr>
            </a:b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Budget Variance: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Variance threshold (budget): [25] %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(Flags volumes &gt;25% different from budget) </a:t>
            </a:r>
            <a:r>
              <a:rPr lang="en-US" sz="1000" dirty="0"/>
              <a:t>of month: [3▼] (3rd business day)</a:t>
            </a:r>
          </a:p>
          <a:p>
            <a:r>
              <a:rPr lang="en-US" sz="1000" dirty="0">
                <a:solidFill>
                  <a:schemeClr val="tx1"/>
                </a:solidFill>
              </a:rPr>
              <a:t>Zero Volume Alert: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Consecutive months: [3] months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(Flags if zero volumes for X consecutive months)</a:t>
            </a:r>
          </a:p>
          <a:p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Test Type-Specific Overrides: (Optional) 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Project Management Cert: [35] % (more volatile) [+ Add Test Type Override]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9F4C7C-67DF-58E9-301A-4FD1155B3BDE}"/>
              </a:ext>
            </a:extLst>
          </p:cNvPr>
          <p:cNvSpPr/>
          <p:nvPr/>
        </p:nvSpPr>
        <p:spPr>
          <a:xfrm>
            <a:off x="686413" y="4394930"/>
            <a:ext cx="3118671" cy="21983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Regional Settings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Default Language: [English ▼]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Available languages: ☑ English ☐ Spanish ☐ French 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 Date Format: [MM/DD/YYYY ▼]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Options: MM/DD/YYYY, DD/MM/YYYY, YYYY-MM-DD 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Number Format: [1,234.56 ▼]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(comma thousands, period decimal)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Business Days: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Exclude holidays: ☑ US Federal Holidays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☐ Custom holiday calendar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8DE8C2-E853-3DE7-3EBB-912021AD3E0A}"/>
              </a:ext>
            </a:extLst>
          </p:cNvPr>
          <p:cNvSpPr/>
          <p:nvPr/>
        </p:nvSpPr>
        <p:spPr>
          <a:xfrm>
            <a:off x="3950723" y="2098292"/>
            <a:ext cx="3118671" cy="32110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Notification Settings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Reminder Schedule: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Days before deadline to send reminders: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 First reminder: [5] days before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Second reminder: [2] days before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Final reminder: [0] days (deadline day)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Escalation Settings: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Days after deadline to escalate: [3] days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Escalate to: [Regional Manager ▼]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Email Options: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☑ Enable automated reminder emails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☑ Send confirmation emails on submission 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☑ Send validation notifications to coordinators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☐ Send weekly digest to executives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From Email Address: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○ Use analyst email (individual sender)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● Use shared mailbox: [enrollments@company.com]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D2DE66-C7F7-FA17-58B4-2E5524135538}"/>
              </a:ext>
            </a:extLst>
          </p:cNvPr>
          <p:cNvSpPr/>
          <p:nvPr/>
        </p:nvSpPr>
        <p:spPr>
          <a:xfrm>
            <a:off x="7426414" y="5620114"/>
            <a:ext cx="1317523" cy="26161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Save All Changes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2F54E7-DA2F-D064-9D62-1215C73ED0EE}"/>
              </a:ext>
            </a:extLst>
          </p:cNvPr>
          <p:cNvSpPr/>
          <p:nvPr/>
        </p:nvSpPr>
        <p:spPr>
          <a:xfrm>
            <a:off x="8943962" y="5620114"/>
            <a:ext cx="1317523" cy="26161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Restore Defaults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8E4F42-B981-8512-223C-B280F861CF74}"/>
              </a:ext>
            </a:extLst>
          </p:cNvPr>
          <p:cNvSpPr txBox="1"/>
          <p:nvPr/>
        </p:nvSpPr>
        <p:spPr>
          <a:xfrm>
            <a:off x="7423355" y="6283723"/>
            <a:ext cx="29103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Last modified: November 24, 2025 at 3:45 by John Rolzhausen</a:t>
            </a:r>
          </a:p>
        </p:txBody>
      </p:sp>
    </p:spTree>
    <p:extLst>
      <p:ext uri="{BB962C8B-B14F-4D97-AF65-F5344CB8AC3E}">
        <p14:creationId xmlns:p14="http://schemas.microsoft.com/office/powerpoint/2010/main" val="312932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D0888-4788-C726-CEB6-519B5BFB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6322-FAB0-E029-8940-CA85F480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System Configuration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A4D03-46A1-F8A7-66EE-A4A068FE07DA}"/>
              </a:ext>
            </a:extLst>
          </p:cNvPr>
          <p:cNvSpPr txBox="1"/>
          <p:nvPr/>
        </p:nvSpPr>
        <p:spPr>
          <a:xfrm>
            <a:off x="550606" y="681676"/>
            <a:ext cx="343145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tbl_SystemConfig</a:t>
            </a:r>
            <a:r>
              <a:rPr lang="en-US" sz="1000" dirty="0"/>
              <a:t> (key-value configuration store)</a:t>
            </a:r>
          </a:p>
          <a:p>
            <a:r>
              <a:rPr lang="en-US" sz="1000" dirty="0"/>
              <a:t>- All settings stored as </a:t>
            </a:r>
            <a:r>
              <a:rPr lang="en-US" sz="1000" dirty="0" err="1"/>
              <a:t>ConfigKey</a:t>
            </a:r>
            <a:r>
              <a:rPr lang="en-US" sz="1000" dirty="0"/>
              <a:t>/</a:t>
            </a:r>
            <a:r>
              <a:rPr lang="en-US" sz="1000" dirty="0" err="1"/>
              <a:t>ConfigValue</a:t>
            </a:r>
            <a:r>
              <a:rPr lang="en-US" sz="1000" dirty="0"/>
              <a:t> pairs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 field indicates how to parse value (String, Int, Boolean, JSON)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Accessible only to Admin role</a:t>
            </a:r>
          </a:p>
          <a:p>
            <a:r>
              <a:rPr lang="en-US" sz="1000" dirty="0"/>
              <a:t>- Central configuration for all system behaviors</a:t>
            </a:r>
          </a:p>
          <a:p>
            <a:r>
              <a:rPr lang="en-US" sz="1000" dirty="0"/>
              <a:t>- Changes apply immediately after save (no restart required)</a:t>
            </a:r>
          </a:p>
          <a:p>
            <a:r>
              <a:rPr lang="en-US" sz="1000" dirty="0"/>
              <a:t>- All changes logged in audit trail</a:t>
            </a:r>
          </a:p>
          <a:p>
            <a:endParaRPr lang="en-US" sz="1000" dirty="0"/>
          </a:p>
          <a:p>
            <a:r>
              <a:rPr lang="en-US" sz="1000" dirty="0"/>
              <a:t>CONFIGURATION SECTIONS:</a:t>
            </a:r>
          </a:p>
          <a:p>
            <a:endParaRPr lang="en-US" sz="1000" dirty="0"/>
          </a:p>
          <a:p>
            <a:r>
              <a:rPr lang="en-US" sz="1000" dirty="0"/>
              <a:t>1. SUBMISSION DEADLINES:</a:t>
            </a:r>
          </a:p>
          <a:p>
            <a:endParaRPr lang="en-US" sz="1000" dirty="0"/>
          </a:p>
          <a:p>
            <a:r>
              <a:rPr lang="en-US" sz="1000" dirty="0"/>
              <a:t>Default Submission Deadline: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DefaultSubmissionDeadline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Int</a:t>
            </a:r>
          </a:p>
          <a:p>
            <a:r>
              <a:rPr lang="en-US" sz="1000" dirty="0"/>
              <a:t>- Value: 3 (business days)</a:t>
            </a:r>
          </a:p>
          <a:p>
            <a:r>
              <a:rPr lang="en-US" sz="1000" dirty="0"/>
              <a:t>- Range: 1-28 (to handle February)</a:t>
            </a:r>
          </a:p>
          <a:p>
            <a:r>
              <a:rPr lang="en-US" sz="1000" dirty="0"/>
              <a:t>- Business day calculation excludes weekends and holidays</a:t>
            </a:r>
          </a:p>
          <a:p>
            <a:endParaRPr lang="en-US" sz="1000" dirty="0"/>
          </a:p>
          <a:p>
            <a:r>
              <a:rPr lang="en-US" sz="1000" dirty="0"/>
              <a:t>Country-Specific Exceptions: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DeadlineExceptions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JSON</a:t>
            </a:r>
          </a:p>
          <a:p>
            <a:r>
              <a:rPr lang="en-US" sz="1000" dirty="0"/>
              <a:t>- Value: {"Brazil": 5, "Peru": 5}</a:t>
            </a:r>
          </a:p>
          <a:p>
            <a:r>
              <a:rPr lang="en-US" sz="1000" dirty="0"/>
              <a:t>- Allows individual countries to have different deadlines</a:t>
            </a:r>
          </a:p>
          <a:p>
            <a:r>
              <a:rPr lang="en-US" sz="1000" dirty="0"/>
              <a:t>- Used when countries have known challenges (</a:t>
            </a:r>
            <a:r>
              <a:rPr lang="en-US" sz="1000" dirty="0" err="1"/>
              <a:t>timezone</a:t>
            </a:r>
            <a:r>
              <a:rPr lang="en-US" sz="1000" dirty="0"/>
              <a:t>, staffing)</a:t>
            </a:r>
          </a:p>
          <a:p>
            <a:endParaRPr lang="en-US" sz="1000" dirty="0"/>
          </a:p>
          <a:p>
            <a:r>
              <a:rPr lang="en-US" sz="1000" dirty="0"/>
              <a:t>Fiscal Year Settings:</a:t>
            </a:r>
          </a:p>
          <a:p>
            <a:r>
              <a:rPr lang="en-US" sz="1000" dirty="0"/>
              <a:t>- Fiscal Start Month: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FiscalYearStartMonth</a:t>
            </a:r>
            <a:r>
              <a:rPr lang="en-US" sz="1000" dirty="0"/>
              <a:t>", Value: 10 (October)</a:t>
            </a:r>
          </a:p>
          <a:p>
            <a:r>
              <a:rPr lang="en-US" sz="1000" dirty="0"/>
              <a:t>- Budget Submission Month: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BudgetSubmissionMonth</a:t>
            </a:r>
            <a:r>
              <a:rPr lang="en-US" sz="1000" dirty="0"/>
              <a:t>", Value: 10</a:t>
            </a:r>
          </a:p>
          <a:p>
            <a:r>
              <a:rPr lang="en-US" sz="1000" dirty="0"/>
              <a:t>- Used for annual budget cycles and reporting periods</a:t>
            </a:r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A0F47-7E0E-7051-E86C-29BD0EBBF1FD}"/>
              </a:ext>
            </a:extLst>
          </p:cNvPr>
          <p:cNvSpPr txBox="1"/>
          <p:nvPr/>
        </p:nvSpPr>
        <p:spPr>
          <a:xfrm>
            <a:off x="3982065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2. DATA QUALITY THRESHOLDS:</a:t>
            </a:r>
          </a:p>
          <a:p>
            <a:endParaRPr lang="en-US" sz="1000" dirty="0"/>
          </a:p>
          <a:p>
            <a:r>
              <a:rPr lang="en-US" sz="1000" dirty="0"/>
              <a:t>Anomaly Detection - Prior Month Variance: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AnomalyThresholdPct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Int</a:t>
            </a:r>
          </a:p>
          <a:p>
            <a:r>
              <a:rPr lang="en-US" sz="1000" dirty="0"/>
              <a:t>- Value: 50 (percent)</a:t>
            </a:r>
          </a:p>
          <a:p>
            <a:r>
              <a:rPr lang="en-US" sz="1000" dirty="0"/>
              <a:t>- Range: 10-100</a:t>
            </a:r>
          </a:p>
          <a:p>
            <a:r>
              <a:rPr lang="en-US" sz="1000" dirty="0"/>
              <a:t>- Flags volumes that differ by &gt;X% from prior month</a:t>
            </a:r>
          </a:p>
          <a:p>
            <a:r>
              <a:rPr lang="en-US" sz="1000" dirty="0"/>
              <a:t>- Used in automated validation</a:t>
            </a:r>
          </a:p>
          <a:p>
            <a:endParaRPr lang="en-US" sz="1000" dirty="0"/>
          </a:p>
          <a:p>
            <a:r>
              <a:rPr lang="en-US" sz="1000" dirty="0"/>
              <a:t>Budget Variance Threshold: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BudgetVarianceThresholdPct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Int</a:t>
            </a:r>
          </a:p>
          <a:p>
            <a:r>
              <a:rPr lang="en-US" sz="1000" dirty="0"/>
              <a:t>- Value: 25 (percent)</a:t>
            </a:r>
          </a:p>
          <a:p>
            <a:r>
              <a:rPr lang="en-US" sz="1000" dirty="0"/>
              <a:t>- Range: 10-100</a:t>
            </a:r>
          </a:p>
          <a:p>
            <a:r>
              <a:rPr lang="en-US" sz="1000" dirty="0"/>
              <a:t>- Flags volumes that differ by &gt;X% from budget</a:t>
            </a:r>
          </a:p>
          <a:p>
            <a:r>
              <a:rPr lang="en-US" sz="1000" dirty="0"/>
              <a:t>- Helps identify significant planning misses</a:t>
            </a:r>
          </a:p>
          <a:p>
            <a:endParaRPr lang="en-US" sz="1000" dirty="0"/>
          </a:p>
          <a:p>
            <a:r>
              <a:rPr lang="en-US" sz="1000" dirty="0"/>
              <a:t>Zero Volume Alert: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ZeroVolumeConsecutiveMonths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Int</a:t>
            </a:r>
          </a:p>
          <a:p>
            <a:r>
              <a:rPr lang="en-US" sz="1000" dirty="0"/>
              <a:t>- Value: 3 (months)</a:t>
            </a:r>
          </a:p>
          <a:p>
            <a:r>
              <a:rPr lang="en-US" sz="1000" dirty="0"/>
              <a:t>- Flags if country submits zero for X consecutive months</a:t>
            </a:r>
          </a:p>
          <a:p>
            <a:r>
              <a:rPr lang="en-US" sz="1000" dirty="0"/>
              <a:t>- May indicate inactive course or data quality issue</a:t>
            </a:r>
          </a:p>
          <a:p>
            <a:endParaRPr lang="en-US" sz="1000" dirty="0"/>
          </a:p>
          <a:p>
            <a:r>
              <a:rPr lang="en-US" sz="1000" dirty="0"/>
              <a:t>Test Type-Specific Overrides: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ThresholdOverrides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JSON</a:t>
            </a:r>
          </a:p>
          <a:p>
            <a:r>
              <a:rPr lang="en-US" sz="1000" dirty="0"/>
              <a:t>- Value: {"PM-CERT": 35, "LEAD-101": 20}</a:t>
            </a:r>
          </a:p>
          <a:p>
            <a:r>
              <a:rPr lang="en-US" sz="1000" dirty="0"/>
              <a:t>- Allows different thresholds per test type</a:t>
            </a:r>
          </a:p>
          <a:p>
            <a:r>
              <a:rPr lang="en-US" sz="1000" dirty="0"/>
              <a:t>- Some tests naturally more volatile than others</a:t>
            </a:r>
          </a:p>
          <a:p>
            <a:endParaRPr lang="en-US" sz="1000" dirty="0"/>
          </a:p>
          <a:p>
            <a:r>
              <a:rPr lang="en-US" sz="1000" dirty="0"/>
              <a:t>3. NOTIFICATION SETTINGS:</a:t>
            </a:r>
          </a:p>
          <a:p>
            <a:endParaRPr lang="en-US" sz="1000" dirty="0"/>
          </a:p>
          <a:p>
            <a:r>
              <a:rPr lang="en-US" sz="1000" dirty="0"/>
              <a:t>Reminder Schedule: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ReminderDaysBeforeDeadline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JSON</a:t>
            </a:r>
          </a:p>
          <a:p>
            <a:r>
              <a:rPr lang="en-US" sz="1000" dirty="0"/>
              <a:t>- Value: [5, 2, 0]</a:t>
            </a:r>
          </a:p>
          <a:p>
            <a:r>
              <a:rPr lang="en-US" sz="1000" dirty="0"/>
              <a:t>- Array of days before deadline to send reminders</a:t>
            </a:r>
          </a:p>
          <a:p>
            <a:r>
              <a:rPr lang="en-US" sz="1000" dirty="0"/>
              <a:t>- [5, 2, 0] = 5 days before, 2 days before, deadline 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B969D-4DAE-60EE-7421-F008CAE7B84E}"/>
              </a:ext>
            </a:extLst>
          </p:cNvPr>
          <p:cNvSpPr txBox="1"/>
          <p:nvPr/>
        </p:nvSpPr>
        <p:spPr>
          <a:xfrm>
            <a:off x="7413524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Escalation Settings:</a:t>
            </a:r>
          </a:p>
          <a:p>
            <a:r>
              <a:rPr lang="en-US" sz="1000" dirty="0"/>
              <a:t>- Days to Escalate: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EscalationDaysAfterDeadline</a:t>
            </a:r>
            <a:r>
              <a:rPr lang="en-US" sz="1000" dirty="0"/>
              <a:t>", Value: 3</a:t>
            </a:r>
          </a:p>
          <a:p>
            <a:r>
              <a:rPr lang="en-US" sz="1000" dirty="0"/>
              <a:t>- Escalate To: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EscalationRole</a:t>
            </a:r>
            <a:r>
              <a:rPr lang="en-US" sz="1000" dirty="0"/>
              <a:t>", Value: "Regional Manager"</a:t>
            </a:r>
          </a:p>
          <a:p>
            <a:r>
              <a:rPr lang="en-US" sz="1000" dirty="0"/>
              <a:t>- After X days overdue, sends escalation email to manager</a:t>
            </a:r>
          </a:p>
          <a:p>
            <a:endParaRPr lang="en-US" sz="1000" dirty="0"/>
          </a:p>
          <a:p>
            <a:r>
              <a:rPr lang="en-US" sz="1000" dirty="0"/>
              <a:t>Email Options: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EnableReminderEmails</a:t>
            </a:r>
            <a:r>
              <a:rPr lang="en-US" sz="1000" dirty="0"/>
              <a:t>: Boolean, default True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EnableConfirmationEmails</a:t>
            </a:r>
            <a:r>
              <a:rPr lang="en-US" sz="1000" dirty="0"/>
              <a:t>: Boolean, default True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EnableValidationNotifications</a:t>
            </a:r>
            <a:r>
              <a:rPr lang="en-US" sz="1000" dirty="0"/>
              <a:t>: Boolean, default True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EnableWeeklyDigest</a:t>
            </a:r>
            <a:r>
              <a:rPr lang="en-US" sz="1000" dirty="0"/>
              <a:t>: Boolean, default False</a:t>
            </a:r>
          </a:p>
          <a:p>
            <a:endParaRPr lang="en-US" sz="1000" dirty="0"/>
          </a:p>
          <a:p>
            <a:r>
              <a:rPr lang="en-US" sz="1000" dirty="0"/>
              <a:t>From Email Address: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EmailFromAddress</a:t>
            </a:r>
            <a:r>
              <a:rPr lang="en-US" sz="1000" dirty="0"/>
              <a:t>"</a:t>
            </a:r>
          </a:p>
          <a:p>
            <a:r>
              <a:rPr lang="en-US" sz="1000" dirty="0"/>
              <a:t>- Options: "Individual" (analyst's email) or shared mailbox email</a:t>
            </a:r>
          </a:p>
          <a:p>
            <a:r>
              <a:rPr lang="en-US" sz="1000" dirty="0"/>
              <a:t>- Shared mailbox recommended for professional appearance</a:t>
            </a:r>
          </a:p>
          <a:p>
            <a:endParaRPr lang="en-US" sz="1000" dirty="0"/>
          </a:p>
          <a:p>
            <a:r>
              <a:rPr lang="en-US" sz="1000" dirty="0"/>
              <a:t>4. SYSTEM BEHAVIOR:</a:t>
            </a:r>
          </a:p>
          <a:p>
            <a:endParaRPr lang="en-US" sz="1000" dirty="0"/>
          </a:p>
          <a:p>
            <a:r>
              <a:rPr lang="en-US" sz="1000" dirty="0"/>
              <a:t>Dashboard Auto-Refresh: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DashboardRefreshMinutes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Int</a:t>
            </a:r>
          </a:p>
          <a:p>
            <a:r>
              <a:rPr lang="en-US" sz="1000" dirty="0"/>
              <a:t>- Value: 5 (minutes)</a:t>
            </a:r>
          </a:p>
          <a:p>
            <a:r>
              <a:rPr lang="en-US" sz="1000" dirty="0"/>
              <a:t>- Range: 1-60</a:t>
            </a:r>
          </a:p>
          <a:p>
            <a:r>
              <a:rPr lang="en-US" sz="1000" dirty="0"/>
              <a:t>- Power Apps Timer control interval</a:t>
            </a:r>
          </a:p>
          <a:p>
            <a:r>
              <a:rPr lang="en-US" sz="1000" dirty="0"/>
              <a:t>- Balance freshness vs performance</a:t>
            </a:r>
          </a:p>
          <a:p>
            <a:endParaRPr lang="en-US" sz="1000" dirty="0"/>
          </a:p>
          <a:p>
            <a:r>
              <a:rPr lang="en-US" sz="1000" dirty="0"/>
              <a:t>Draft Management: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DraftAutoDeleteDays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Int</a:t>
            </a:r>
          </a:p>
          <a:p>
            <a:r>
              <a:rPr lang="en-US" sz="1000" dirty="0"/>
              <a:t>- Value: 30 (days)</a:t>
            </a:r>
          </a:p>
          <a:p>
            <a:r>
              <a:rPr lang="en-US" sz="1000" dirty="0"/>
              <a:t>- Drafts older than X days automatically deleted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SendReminderBeforeDelete</a:t>
            </a:r>
            <a:r>
              <a:rPr lang="en-US" sz="1000" dirty="0"/>
              <a:t>: Boolean</a:t>
            </a:r>
          </a:p>
          <a:p>
            <a:r>
              <a:rPr lang="en-US" sz="1000" dirty="0"/>
              <a:t>- Helps clean up abandoned drafts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9038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10AB-A9C3-16EF-BE8A-8898F88A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7889-2B17-DD3A-C592-E063FB36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2: System Configuration 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8D833A-A0EF-1A39-49C1-96BB986D459E}"/>
              </a:ext>
            </a:extLst>
          </p:cNvPr>
          <p:cNvSpPr txBox="1"/>
          <p:nvPr/>
        </p:nvSpPr>
        <p:spPr>
          <a:xfrm>
            <a:off x="550606" y="681676"/>
            <a:ext cx="34314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Historical Data:</a:t>
            </a:r>
          </a:p>
          <a:p>
            <a:r>
              <a:rPr lang="en-US" sz="1000" dirty="0"/>
              <a:t>- Default Date Range: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DefaultHistoricalMonths</a:t>
            </a:r>
            <a:r>
              <a:rPr lang="en-US" sz="1000" dirty="0"/>
              <a:t>", Value: 24</a:t>
            </a:r>
          </a:p>
          <a:p>
            <a:r>
              <a:rPr lang="en-US" sz="1000" dirty="0"/>
              <a:t>- Data Retention: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DataRetentionYears</a:t>
            </a:r>
            <a:r>
              <a:rPr lang="en-US" sz="1000" dirty="0"/>
              <a:t>", Value: 7</a:t>
            </a:r>
          </a:p>
          <a:p>
            <a:r>
              <a:rPr lang="en-US" sz="1000" dirty="0"/>
              <a:t>- Archive (soft delete) submissions older than retention period</a:t>
            </a:r>
          </a:p>
          <a:p>
            <a:r>
              <a:rPr lang="en-US" sz="1000" dirty="0"/>
              <a:t>- Compliance with data retention policies</a:t>
            </a:r>
          </a:p>
          <a:p>
            <a:endParaRPr lang="en-US" sz="1000" dirty="0"/>
          </a:p>
          <a:p>
            <a:r>
              <a:rPr lang="en-US" sz="1000" dirty="0"/>
              <a:t>Validation Queue:</a:t>
            </a:r>
          </a:p>
          <a:p>
            <a:r>
              <a:rPr lang="en-US" sz="1000" dirty="0"/>
              <a:t>- Auto-Advance: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AutoAdvanceAfterApproval</a:t>
            </a:r>
            <a:r>
              <a:rPr lang="en-US" sz="1000" dirty="0"/>
              <a:t>", Value: True</a:t>
            </a:r>
          </a:p>
          <a:p>
            <a:r>
              <a:rPr lang="en-US" sz="1000" dirty="0"/>
              <a:t>- Sort Order: </a:t>
            </a:r>
            <a:r>
              <a:rPr lang="en-US" sz="1000" dirty="0" err="1"/>
              <a:t>ConfigKey</a:t>
            </a:r>
            <a:r>
              <a:rPr lang="en-US" sz="1000" dirty="0"/>
              <a:t> "</a:t>
            </a:r>
            <a:r>
              <a:rPr lang="en-US" sz="1000" dirty="0" err="1"/>
              <a:t>QueueSortOrder</a:t>
            </a:r>
            <a:r>
              <a:rPr lang="en-US" sz="1000" dirty="0"/>
              <a:t>", Value: "Priority"</a:t>
            </a:r>
          </a:p>
          <a:p>
            <a:r>
              <a:rPr lang="en-US" sz="1000" dirty="0"/>
              <a:t>- Improves analyst efficiency</a:t>
            </a:r>
          </a:p>
          <a:p>
            <a:r>
              <a:rPr lang="en-US" sz="1000" dirty="0"/>
              <a:t>- Priority: Critical &gt; High &gt; Medium &gt; Low</a:t>
            </a:r>
          </a:p>
          <a:p>
            <a:endParaRPr lang="en-US" sz="1000" dirty="0"/>
          </a:p>
          <a:p>
            <a:r>
              <a:rPr lang="en-US" sz="1000" dirty="0"/>
              <a:t>5. REGIONAL SETTINGS:</a:t>
            </a:r>
          </a:p>
          <a:p>
            <a:endParaRPr lang="en-US" sz="1000" dirty="0"/>
          </a:p>
          <a:p>
            <a:r>
              <a:rPr lang="en-US" sz="1000" dirty="0"/>
              <a:t>Default Language: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DefaultLanguage</a:t>
            </a:r>
            <a:r>
              <a:rPr lang="en-US" sz="1000" dirty="0"/>
              <a:t>"</a:t>
            </a:r>
          </a:p>
          <a:p>
            <a:r>
              <a:rPr lang="en-US" sz="1000" dirty="0"/>
              <a:t>- Value: "</a:t>
            </a:r>
            <a:r>
              <a:rPr lang="en-US" sz="1000" dirty="0" err="1"/>
              <a:t>en</a:t>
            </a:r>
            <a:r>
              <a:rPr lang="en-US" sz="1000" dirty="0"/>
              <a:t>-US"</a:t>
            </a:r>
          </a:p>
          <a:p>
            <a:r>
              <a:rPr lang="en-US" sz="1000" dirty="0"/>
              <a:t>- Used for new users and public-facing forms</a:t>
            </a:r>
          </a:p>
          <a:p>
            <a:endParaRPr lang="en-US" sz="1000" dirty="0"/>
          </a:p>
          <a:p>
            <a:r>
              <a:rPr lang="en-US" sz="1000" dirty="0"/>
              <a:t>Available Languages: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AvailableLanguages</a:t>
            </a:r>
            <a:r>
              <a:rPr lang="en-US" sz="1000" dirty="0"/>
              <a:t>"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DataType</a:t>
            </a:r>
            <a:r>
              <a:rPr lang="en-US" sz="1000" dirty="0"/>
              <a:t>: JSON</a:t>
            </a:r>
          </a:p>
          <a:p>
            <a:r>
              <a:rPr lang="en-US" sz="1000" dirty="0"/>
              <a:t>- Value: ["</a:t>
            </a:r>
            <a:r>
              <a:rPr lang="en-US" sz="1000" dirty="0" err="1"/>
              <a:t>en</a:t>
            </a:r>
            <a:r>
              <a:rPr lang="en-US" sz="1000" dirty="0"/>
              <a:t>-US", "es-ES", "</a:t>
            </a:r>
            <a:r>
              <a:rPr lang="en-US" sz="1000" dirty="0" err="1"/>
              <a:t>fr</a:t>
            </a:r>
            <a:r>
              <a:rPr lang="en-US" sz="1000" dirty="0"/>
              <a:t>-FR"]</a:t>
            </a:r>
          </a:p>
          <a:p>
            <a:r>
              <a:rPr lang="en-US" sz="1000" dirty="0"/>
              <a:t>- Controls which languages appear in user preferences</a:t>
            </a:r>
          </a:p>
          <a:p>
            <a:endParaRPr lang="en-US" sz="1000" dirty="0"/>
          </a:p>
          <a:p>
            <a:r>
              <a:rPr lang="en-US" sz="1000" dirty="0"/>
              <a:t>Date Format: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DateFormat</a:t>
            </a:r>
            <a:r>
              <a:rPr lang="en-US" sz="1000" dirty="0"/>
              <a:t>"</a:t>
            </a:r>
          </a:p>
          <a:p>
            <a:r>
              <a:rPr lang="en-US" sz="1000" dirty="0"/>
              <a:t>- Value: "MM/DD/YYYY"</a:t>
            </a:r>
          </a:p>
          <a:p>
            <a:r>
              <a:rPr lang="en-US" sz="1000" dirty="0"/>
              <a:t>- Options: MM/DD/YYYY (US), DD/MM/YYYY (Europe), YYYY-MM-DD (ISO)</a:t>
            </a:r>
          </a:p>
          <a:p>
            <a:r>
              <a:rPr lang="en-US" sz="1000" dirty="0"/>
              <a:t>- Affects all date displays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73652-DF9B-CB9C-EE8F-0B5A830D1660}"/>
              </a:ext>
            </a:extLst>
          </p:cNvPr>
          <p:cNvSpPr txBox="1"/>
          <p:nvPr/>
        </p:nvSpPr>
        <p:spPr>
          <a:xfrm>
            <a:off x="3982065" y="681676"/>
            <a:ext cx="3431459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Number Format: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NumberFormat</a:t>
            </a:r>
            <a:r>
              <a:rPr lang="en-US" sz="1000" dirty="0"/>
              <a:t>"</a:t>
            </a:r>
          </a:p>
          <a:p>
            <a:r>
              <a:rPr lang="en-US" sz="1000" dirty="0"/>
              <a:t>- Value: "1,234.56"</a:t>
            </a:r>
          </a:p>
          <a:p>
            <a:r>
              <a:rPr lang="en-US" sz="1000" dirty="0"/>
              <a:t>- Options: 1,234.56 (US), 1.234,56 (Europe), 1 234.56 (France)</a:t>
            </a:r>
          </a:p>
          <a:p>
            <a:r>
              <a:rPr lang="en-US" sz="1000" dirty="0"/>
              <a:t>- Affects volume displays</a:t>
            </a:r>
          </a:p>
          <a:p>
            <a:endParaRPr lang="en-US" sz="1000" dirty="0"/>
          </a:p>
          <a:p>
            <a:r>
              <a:rPr lang="en-US" sz="1000" dirty="0"/>
              <a:t>Business Days: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ConfigKey</a:t>
            </a:r>
            <a:r>
              <a:rPr lang="en-US" sz="1000" dirty="0"/>
              <a:t>: "</a:t>
            </a:r>
            <a:r>
              <a:rPr lang="en-US" sz="1000" dirty="0" err="1"/>
              <a:t>ExcludeHolidays</a:t>
            </a:r>
            <a:r>
              <a:rPr lang="en-US" sz="1000" dirty="0"/>
              <a:t>"</a:t>
            </a:r>
          </a:p>
          <a:p>
            <a:r>
              <a:rPr lang="en-US" sz="1000" dirty="0"/>
              <a:t>- Value: "</a:t>
            </a:r>
            <a:r>
              <a:rPr lang="en-US" sz="1000" dirty="0" err="1"/>
              <a:t>US_Federal</a:t>
            </a:r>
            <a:r>
              <a:rPr lang="en-US" sz="1000" dirty="0"/>
              <a:t>"</a:t>
            </a:r>
          </a:p>
          <a:p>
            <a:r>
              <a:rPr lang="en-US" sz="1000" dirty="0"/>
              <a:t>- Options: None, </a:t>
            </a:r>
            <a:r>
              <a:rPr lang="en-US" sz="1000" dirty="0" err="1"/>
              <a:t>US_Federal</a:t>
            </a:r>
            <a:r>
              <a:rPr lang="en-US" sz="1000" dirty="0"/>
              <a:t>, Custom</a:t>
            </a:r>
          </a:p>
          <a:p>
            <a:r>
              <a:rPr lang="en-US" sz="1000" dirty="0"/>
              <a:t>- Custom calendar maintained in separate table</a:t>
            </a:r>
          </a:p>
          <a:p>
            <a:endParaRPr lang="en-US" sz="1000" dirty="0"/>
          </a:p>
          <a:p>
            <a:r>
              <a:rPr lang="en-US" sz="1000" dirty="0"/>
              <a:t>SAVE ACTION:</a:t>
            </a:r>
          </a:p>
          <a:p>
            <a:endParaRPr lang="en-US" sz="1000" dirty="0"/>
          </a:p>
          <a:p>
            <a:r>
              <a:rPr lang="en-US" sz="1000" dirty="0"/>
              <a:t>Validation:</a:t>
            </a:r>
          </a:p>
          <a:p>
            <a:r>
              <a:rPr lang="en-US" sz="1000" dirty="0"/>
              <a:t>- All numeric fields must be in valid range</a:t>
            </a:r>
          </a:p>
          <a:p>
            <a:r>
              <a:rPr lang="en-US" sz="1000" dirty="0"/>
              <a:t>- Email address must be valid format</a:t>
            </a:r>
          </a:p>
          <a:p>
            <a:r>
              <a:rPr lang="en-US" sz="1000" dirty="0"/>
              <a:t>- At least one reminder day must be configured</a:t>
            </a:r>
          </a:p>
          <a:p>
            <a:r>
              <a:rPr lang="en-US" sz="1000" dirty="0"/>
              <a:t>- Cannot disable all notification types</a:t>
            </a:r>
          </a:p>
          <a:p>
            <a:endParaRPr lang="en-US" sz="1000" dirty="0"/>
          </a:p>
          <a:p>
            <a:r>
              <a:rPr lang="en-US" sz="1000" dirty="0"/>
              <a:t>Save Process:</a:t>
            </a:r>
          </a:p>
          <a:p>
            <a:r>
              <a:rPr lang="en-US" sz="1000" dirty="0"/>
              <a:t>- Validates all fields</a:t>
            </a:r>
          </a:p>
          <a:p>
            <a:r>
              <a:rPr lang="en-US" sz="1000" dirty="0"/>
              <a:t>- Updates multiple rows in </a:t>
            </a:r>
            <a:r>
              <a:rPr lang="en-US" sz="1000" dirty="0" err="1"/>
              <a:t>tbl_SystemConfig</a:t>
            </a:r>
            <a:endParaRPr lang="en-US" sz="1000" dirty="0"/>
          </a:p>
          <a:p>
            <a:r>
              <a:rPr lang="en-US" sz="1000" dirty="0"/>
              <a:t>- Each setting is a separate row (key-value pairs)</a:t>
            </a:r>
          </a:p>
          <a:p>
            <a:r>
              <a:rPr lang="en-US" sz="1000" dirty="0"/>
              <a:t>- Patch() or </a:t>
            </a:r>
            <a:r>
              <a:rPr lang="en-US" sz="1000" dirty="0" err="1"/>
              <a:t>ForAll</a:t>
            </a:r>
            <a:r>
              <a:rPr lang="en-US" sz="1000" dirty="0"/>
              <a:t>() for multiple updates</a:t>
            </a:r>
          </a:p>
          <a:p>
            <a:r>
              <a:rPr lang="en-US" sz="1000" dirty="0"/>
              <a:t>- Creates audit log entry with old and new values</a:t>
            </a:r>
          </a:p>
          <a:p>
            <a:r>
              <a:rPr lang="en-US" sz="1000" dirty="0"/>
              <a:t>- Success message: "Configuration saved successfully"</a:t>
            </a:r>
          </a:p>
          <a:p>
            <a:r>
              <a:rPr lang="en-US" sz="1000" dirty="0"/>
              <a:t>- Changes take effect immediately (no page reload required)</a:t>
            </a:r>
          </a:p>
          <a:p>
            <a:endParaRPr lang="en-US" sz="1000" dirty="0"/>
          </a:p>
          <a:p>
            <a:r>
              <a:rPr lang="en-US" sz="1000" dirty="0"/>
              <a:t>RESTORE DEFAULTS:</a:t>
            </a:r>
          </a:p>
          <a:p>
            <a:endParaRPr lang="en-US" sz="1000" dirty="0"/>
          </a:p>
          <a:p>
            <a:r>
              <a:rPr lang="en-US" sz="1000" dirty="0"/>
              <a:t>Confirmation Modal:</a:t>
            </a:r>
          </a:p>
          <a:p>
            <a:r>
              <a:rPr lang="en-US" sz="1000" dirty="0"/>
              <a:t>"Restore all settings to default values?</a:t>
            </a:r>
          </a:p>
          <a:p>
            <a:r>
              <a:rPr lang="en-US" sz="1000" dirty="0"/>
              <a:t>This will:</a:t>
            </a:r>
          </a:p>
          <a:p>
            <a:r>
              <a:rPr lang="en-US" sz="1000" dirty="0"/>
              <a:t>- Reset all thresholds to recommended values</a:t>
            </a:r>
          </a:p>
          <a:p>
            <a:r>
              <a:rPr lang="en-US" sz="1000" dirty="0"/>
              <a:t>- Reset notification schedule to defaults</a:t>
            </a:r>
          </a:p>
          <a:p>
            <a:r>
              <a:rPr lang="en-US" sz="1000" dirty="0"/>
              <a:t>- NOT affect user accounts or submitted data</a:t>
            </a:r>
          </a:p>
          <a:p>
            <a:r>
              <a:rPr lang="en-US" sz="1000" dirty="0"/>
              <a:t>This action cannot be undone. Proceed?"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66C09-2348-D5DB-A98F-2959DEC60593}"/>
              </a:ext>
            </a:extLst>
          </p:cNvPr>
          <p:cNvSpPr txBox="1"/>
          <p:nvPr/>
        </p:nvSpPr>
        <p:spPr>
          <a:xfrm>
            <a:off x="7413524" y="681676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Restore Action:</a:t>
            </a:r>
          </a:p>
          <a:p>
            <a:r>
              <a:rPr lang="en-US" sz="1000" dirty="0"/>
              <a:t>- Resets all </a:t>
            </a:r>
            <a:r>
              <a:rPr lang="en-US" sz="1000" dirty="0" err="1"/>
              <a:t>ConfigValues</a:t>
            </a:r>
            <a:r>
              <a:rPr lang="en-US" sz="1000" dirty="0"/>
              <a:t> in </a:t>
            </a:r>
            <a:r>
              <a:rPr lang="en-US" sz="1000" dirty="0" err="1"/>
              <a:t>tbl_SystemConfig</a:t>
            </a:r>
            <a:r>
              <a:rPr lang="en-US" sz="1000" dirty="0"/>
              <a:t> to defaults</a:t>
            </a:r>
          </a:p>
          <a:p>
            <a:r>
              <a:rPr lang="en-US" sz="1000" dirty="0"/>
              <a:t>- Defaults defined in initial system setup</a:t>
            </a:r>
          </a:p>
          <a:p>
            <a:r>
              <a:rPr lang="en-US" sz="1000" dirty="0"/>
              <a:t>- Audit log entry created</a:t>
            </a:r>
          </a:p>
          <a:p>
            <a:r>
              <a:rPr lang="en-US" sz="1000" dirty="0"/>
              <a:t>- Success message displayed</a:t>
            </a:r>
          </a:p>
          <a:p>
            <a:r>
              <a:rPr lang="en-US" sz="1000" dirty="0"/>
              <a:t>- Page refreshes to show default values</a:t>
            </a:r>
          </a:p>
          <a:p>
            <a:endParaRPr lang="en-US" sz="1000" dirty="0"/>
          </a:p>
          <a:p>
            <a:r>
              <a:rPr lang="en-US" sz="1000" dirty="0"/>
              <a:t>CHANGE IMPACT ANALYSIS:</a:t>
            </a:r>
          </a:p>
          <a:p>
            <a:endParaRPr lang="en-US" sz="1000" dirty="0"/>
          </a:p>
          <a:p>
            <a:r>
              <a:rPr lang="en-US" sz="1000" dirty="0"/>
              <a:t>When settings change, system provides guidance:</a:t>
            </a:r>
          </a:p>
          <a:p>
            <a:r>
              <a:rPr lang="en-US" sz="1000" dirty="0"/>
              <a:t>- Deadline change: "This will affect [X] upcoming submissions"</a:t>
            </a:r>
          </a:p>
          <a:p>
            <a:r>
              <a:rPr lang="en-US" sz="1000" dirty="0"/>
              <a:t>- Threshold change: "This may flag [X] additional submissions"</a:t>
            </a:r>
          </a:p>
          <a:p>
            <a:r>
              <a:rPr lang="en-US" sz="1000" dirty="0"/>
              <a:t>- Notification disable: "Coordinators will no longer receive [X]"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Form control with edit mode</a:t>
            </a:r>
          </a:p>
          <a:p>
            <a:r>
              <a:rPr lang="en-US" sz="1000" dirty="0"/>
              <a:t>- Dropdown controls for all select fields</a:t>
            </a:r>
          </a:p>
          <a:p>
            <a:r>
              <a:rPr lang="en-US" sz="1000" dirty="0"/>
              <a:t>- Text input with validation for numeric fields</a:t>
            </a:r>
          </a:p>
          <a:p>
            <a:r>
              <a:rPr lang="en-US" sz="1000" dirty="0"/>
              <a:t>- Toggle controls for </a:t>
            </a:r>
            <a:r>
              <a:rPr lang="en-US" sz="1000" dirty="0" err="1"/>
              <a:t>boolean</a:t>
            </a:r>
            <a:r>
              <a:rPr lang="en-US" sz="1000" dirty="0"/>
              <a:t> settings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OnSelect</a:t>
            </a:r>
            <a:r>
              <a:rPr lang="en-US" sz="1000" dirty="0"/>
              <a:t> for Save: Patch(</a:t>
            </a:r>
            <a:r>
              <a:rPr lang="en-US" sz="1000" dirty="0" err="1"/>
              <a:t>tbl_SystemConfig</a:t>
            </a:r>
            <a:r>
              <a:rPr lang="en-US" sz="1000" dirty="0"/>
              <a:t>, ...) for each setting</a:t>
            </a:r>
          </a:p>
          <a:p>
            <a:r>
              <a:rPr lang="en-US" sz="1000" dirty="0"/>
              <a:t>- Can use Collect() to batch updates, then Patch()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OnSelect</a:t>
            </a:r>
            <a:r>
              <a:rPr lang="en-US" sz="1000" dirty="0"/>
              <a:t> for Restore: Confirmation → Reset values → Patch()</a:t>
            </a:r>
          </a:p>
          <a:p>
            <a:r>
              <a:rPr lang="en-US" sz="1000" dirty="0"/>
              <a:t>- Context variable to track if changes made (enable Save button)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Logical tab order: Deadlines → Thresholds → Notifications → Behavior → Regional → Actions</a:t>
            </a:r>
          </a:p>
          <a:p>
            <a:r>
              <a:rPr lang="en-US" sz="1000" dirty="0"/>
              <a:t>- All numeric inputs have min/max validation</a:t>
            </a:r>
          </a:p>
          <a:p>
            <a:r>
              <a:rPr lang="en-US" sz="1000" dirty="0"/>
              <a:t>- Help text for each setting explaining impact</a:t>
            </a:r>
          </a:p>
          <a:p>
            <a:r>
              <a:rPr lang="en-US" sz="1000" dirty="0"/>
              <a:t>- Screen reader descriptions for all controls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8210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C0995-FEBA-3F03-F881-D6324F3E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AAB7-5373-F8EC-2BFC-AD610AA9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0" y="88028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System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D6D44-FD1C-1FF8-3992-8E6FE19FF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0" y="623925"/>
            <a:ext cx="10515600" cy="35390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System health, performance, and error tracking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E1EED1-1214-65D2-255E-D9E779619469}"/>
              </a:ext>
            </a:extLst>
          </p:cNvPr>
          <p:cNvSpPr/>
          <p:nvPr/>
        </p:nvSpPr>
        <p:spPr>
          <a:xfrm>
            <a:off x="550290" y="1120856"/>
            <a:ext cx="10653246" cy="5574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[ Export Metrics Report ]  [ View Detailed Logs ]  [ Clear Resolved Errors ]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BC49B-14CB-B413-7F00-F1BA6DD8ED96}"/>
              </a:ext>
            </a:extLst>
          </p:cNvPr>
          <p:cNvSpPr/>
          <p:nvPr/>
        </p:nvSpPr>
        <p:spPr>
          <a:xfrm>
            <a:off x="550290" y="976276"/>
            <a:ext cx="10653246" cy="261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⚙️ </a:t>
            </a:r>
            <a:r>
              <a:rPr lang="en-US" dirty="0">
                <a:solidFill>
                  <a:schemeClr val="tx1"/>
                </a:solidFill>
              </a:rPr>
              <a:t>Admin Console | Administrator: [Admin Name] |                                                                                                    [Logout]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449D1-306E-AF65-1BF1-D1B56ABC8EF6}"/>
              </a:ext>
            </a:extLst>
          </p:cNvPr>
          <p:cNvSpPr txBox="1"/>
          <p:nvPr/>
        </p:nvSpPr>
        <p:spPr>
          <a:xfrm>
            <a:off x="678420" y="1237886"/>
            <a:ext cx="1036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 Users ]   [ Configuration ] [ Monitoring ] (active)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898C2-6BD6-3395-B38B-E99EC229E788}"/>
              </a:ext>
            </a:extLst>
          </p:cNvPr>
          <p:cNvSpPr txBox="1"/>
          <p:nvPr/>
        </p:nvSpPr>
        <p:spPr>
          <a:xfrm>
            <a:off x="678420" y="1572762"/>
            <a:ext cx="621399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System Monitoring</a:t>
            </a:r>
            <a:br>
              <a:rPr lang="en-US" sz="2400" b="1" dirty="0"/>
            </a:br>
            <a:r>
              <a:rPr lang="en-US" sz="1100" dirty="0"/>
              <a:t>Showing data for: [Last 7 days ▼]  [Refresh]</a:t>
            </a:r>
          </a:p>
          <a:p>
            <a:r>
              <a:rPr lang="en-US" sz="1100" dirty="0"/>
              <a:t>Options: Last 24 hours | Last 7 days | Last 30 days | Custom range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424AF-8B7F-7769-6076-77F7801B1E77}"/>
              </a:ext>
            </a:extLst>
          </p:cNvPr>
          <p:cNvSpPr/>
          <p:nvPr/>
        </p:nvSpPr>
        <p:spPr>
          <a:xfrm>
            <a:off x="5493293" y="1343190"/>
            <a:ext cx="1081554" cy="108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Uptime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99.8%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(7 days)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/>
              <a:t>🟢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94B73D-6142-2B6D-333A-5F8F42B51ED7}"/>
              </a:ext>
            </a:extLst>
          </p:cNvPr>
          <p:cNvSpPr/>
          <p:nvPr/>
        </p:nvSpPr>
        <p:spPr>
          <a:xfrm>
            <a:off x="6990253" y="1354915"/>
            <a:ext cx="1081553" cy="1068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Users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45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Active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CC7C64-4BBC-42E4-D537-C1F5F0F129A0}"/>
              </a:ext>
            </a:extLst>
          </p:cNvPr>
          <p:cNvSpPr/>
          <p:nvPr/>
        </p:nvSpPr>
        <p:spPr>
          <a:xfrm>
            <a:off x="8492125" y="1354916"/>
            <a:ext cx="1081552" cy="10688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Errors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3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Low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/>
              <a:t>🟢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4E75CA-BFE8-9629-04B8-EEFCB40DE04C}"/>
              </a:ext>
            </a:extLst>
          </p:cNvPr>
          <p:cNvSpPr/>
          <p:nvPr/>
        </p:nvSpPr>
        <p:spPr>
          <a:xfrm>
            <a:off x="9996473" y="1361040"/>
            <a:ext cx="1081552" cy="10626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Submissions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This Month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267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+15%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E31ED-B624-5348-6EA5-BC20A6CB1A4F}"/>
              </a:ext>
            </a:extLst>
          </p:cNvPr>
          <p:cNvSpPr/>
          <p:nvPr/>
        </p:nvSpPr>
        <p:spPr>
          <a:xfrm>
            <a:off x="678420" y="2602553"/>
            <a:ext cx="4159046" cy="17138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Performance Metrics                   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                                      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App Load Times (avg):                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Submission Portal: 1.8s ████████░░ (Good)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Data Quality Dashboard: 2.3s ███████████░ (Good)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Admin Console: 1.5s ███████░░ (Good)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                                                   │</a:t>
            </a:r>
          </a:p>
          <a:p>
            <a:r>
              <a:rPr lang="en-US" sz="1000" dirty="0">
                <a:solidFill>
                  <a:schemeClr val="tx1"/>
                </a:solidFill>
              </a:rPr>
              <a:t> Dashboard Refresh Times:             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[Line graph showing refresh times over 7 days]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Target: &lt;2s | Actual: 1.2s avg                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429429-ADBE-FED2-9408-B2CCB6DD2073}"/>
              </a:ext>
            </a:extLst>
          </p:cNvPr>
          <p:cNvSpPr/>
          <p:nvPr/>
        </p:nvSpPr>
        <p:spPr>
          <a:xfrm>
            <a:off x="678421" y="4492380"/>
            <a:ext cx="4159046" cy="1418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Recent Errors/Issues                                 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                                                   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 Severity │ Date/Time      │ Component    │ Error Description     │ Status    │</a:t>
            </a:r>
          </a:p>
          <a:p>
            <a:r>
              <a:rPr lang="en-US" sz="1000" dirty="0">
                <a:solidFill>
                  <a:schemeClr val="tx1"/>
                </a:solidFill>
              </a:rPr>
              <a:t>🟡 Low   │ 11/24 18:30   │ Email Flow   │ Delivery delay        │ Resolved  │</a:t>
            </a:r>
          </a:p>
          <a:p>
            <a:r>
              <a:rPr lang="en-US" sz="1000" dirty="0">
                <a:solidFill>
                  <a:schemeClr val="tx1"/>
                </a:solidFill>
              </a:rPr>
              <a:t>🟢 Info  │ 11/23 14:15   │ Dashboard    │ Slow query (3.2s)     │ Monitored │</a:t>
            </a:r>
          </a:p>
          <a:p>
            <a:r>
              <a:rPr lang="en-US" sz="1000" dirty="0">
                <a:solidFill>
                  <a:schemeClr val="tx1"/>
                </a:solidFill>
              </a:rPr>
              <a:t>🟡 Low   │ 11/22 09:45   │ Portal       │ Draft auto-save fail  │ Resolved  │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Showing 3 recent issues   [ View All Errors 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4A0F55-B8ED-F166-52E6-029608DD6B9B}"/>
              </a:ext>
            </a:extLst>
          </p:cNvPr>
          <p:cNvSpPr/>
          <p:nvPr/>
        </p:nvSpPr>
        <p:spPr>
          <a:xfrm>
            <a:off x="4965596" y="2626535"/>
            <a:ext cx="2585578" cy="2993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Usage Statistics (Last 7 Days)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Total Submissions: 47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• Portal submissions: 42 (89%)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• Manual entries: 5 (11%)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Validation Actions: 38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• Approved: 30 (79%)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• Flagged for review: 8 (21%)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 Communications Sent: 156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• Reminders: 89 (57%)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• Clarifications: 45 (29%)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 • Confirmations: 22 (14%)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Top Active Users: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1. Ji-Won Kim (Korea) - 12 submissions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2. Marie Dubois (France) - 9 submissions 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3. Alice Katt (Analyst) - 38 validations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7C4460-83D1-8268-F6A5-5CEBFE42E518}"/>
              </a:ext>
            </a:extLst>
          </p:cNvPr>
          <p:cNvSpPr/>
          <p:nvPr/>
        </p:nvSpPr>
        <p:spPr>
          <a:xfrm>
            <a:off x="7679303" y="2626535"/>
            <a:ext cx="2585578" cy="24370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Data Quality Trends </a:t>
            </a:r>
            <a:br>
              <a:rPr lang="en-US" sz="1000" dirty="0">
                <a:solidFill>
                  <a:schemeClr val="tx1"/>
                </a:solidFill>
              </a:rPr>
            </a:b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Average Data Quality Score: 94/100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(Based on validation flags per submission) 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Flag Types (Last 30 Days): </a:t>
            </a:r>
          </a:p>
          <a:p>
            <a:r>
              <a:rPr lang="en-US" sz="1000" dirty="0">
                <a:solidFill>
                  <a:schemeClr val="tx1"/>
                </a:solidFill>
              </a:rPr>
              <a:t>• Anomaly - High: 5 </a:t>
            </a:r>
          </a:p>
          <a:p>
            <a:r>
              <a:rPr lang="en-US" sz="1000" dirty="0">
                <a:solidFill>
                  <a:schemeClr val="tx1"/>
                </a:solidFill>
              </a:rPr>
              <a:t>• Budget Variance: 12 </a:t>
            </a:r>
          </a:p>
          <a:p>
            <a:r>
              <a:rPr lang="en-US" sz="1000" dirty="0">
                <a:solidFill>
                  <a:schemeClr val="tx1"/>
                </a:solidFill>
              </a:rPr>
              <a:t>• Missing Forecast: 3 </a:t>
            </a:r>
          </a:p>
          <a:p>
            <a:r>
              <a:rPr lang="en-US" sz="1000" dirty="0">
                <a:solidFill>
                  <a:schemeClr val="tx1"/>
                </a:solidFill>
              </a:rPr>
              <a:t>• Zero Volumes: 1 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Countries with Most Flags: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Brazil - 8 flags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2. Peru - 6 flags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3. Vietnam - 4 flags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C5DA3-5EF4-BF05-4450-A45ACDF7A49B}"/>
              </a:ext>
            </a:extLst>
          </p:cNvPr>
          <p:cNvSpPr txBox="1"/>
          <p:nvPr/>
        </p:nvSpPr>
        <p:spPr>
          <a:xfrm>
            <a:off x="4862452" y="5684408"/>
            <a:ext cx="4984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 Export Metrics Report ]  [ View Detailed Logs ]  [ Clear Resolved Errors ]</a:t>
            </a:r>
          </a:p>
        </p:txBody>
      </p:sp>
    </p:spTree>
    <p:extLst>
      <p:ext uri="{BB962C8B-B14F-4D97-AF65-F5344CB8AC3E}">
        <p14:creationId xmlns:p14="http://schemas.microsoft.com/office/powerpoint/2010/main" val="195305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16FC7-BE77-AB63-CDD0-1E18C81E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CA2D-CF9A-EC50-E301-5914E4B7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System Monitoring - Technical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B09C7-A693-BE38-2EB9-9AA919038364}"/>
              </a:ext>
            </a:extLst>
          </p:cNvPr>
          <p:cNvSpPr txBox="1"/>
          <p:nvPr/>
        </p:nvSpPr>
        <p:spPr>
          <a:xfrm>
            <a:off x="550606" y="681676"/>
            <a:ext cx="3431459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SOURCES:</a:t>
            </a:r>
          </a:p>
          <a:p>
            <a:r>
              <a:rPr lang="en-US" sz="1000" dirty="0"/>
              <a:t>- Power Apps Analytics (app performance data)</a:t>
            </a:r>
          </a:p>
          <a:p>
            <a:r>
              <a:rPr lang="en-US" sz="1000" dirty="0"/>
              <a:t>- Power Automate Run History (flow success/failure)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tbl_VolumeSubmissions</a:t>
            </a:r>
            <a:r>
              <a:rPr lang="en-US" sz="1000" dirty="0"/>
              <a:t> (for usage statistics)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tbl_SubmissionHistory</a:t>
            </a:r>
            <a:r>
              <a:rPr lang="en-US" sz="1000" dirty="0"/>
              <a:t> (for activity tracking)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tbl_DataQualityFlags</a:t>
            </a:r>
            <a:r>
              <a:rPr lang="en-US" sz="1000" dirty="0"/>
              <a:t> (for quality trends)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tbl_Communications</a:t>
            </a:r>
            <a:r>
              <a:rPr lang="en-US" sz="1000" dirty="0"/>
              <a:t> (for communication stats)</a:t>
            </a:r>
          </a:p>
          <a:p>
            <a:r>
              <a:rPr lang="en-US" sz="1000" dirty="0"/>
              <a:t>- System logs (errors and warnings)</a:t>
            </a:r>
          </a:p>
          <a:p>
            <a:endParaRPr lang="en-US" sz="1000" dirty="0"/>
          </a:p>
          <a:p>
            <a:r>
              <a:rPr lang="en-US" sz="1000" dirty="0"/>
              <a:t>PAGE CONTEXT:</a:t>
            </a:r>
          </a:p>
          <a:p>
            <a:r>
              <a:rPr lang="en-US" sz="1000" dirty="0"/>
              <a:t>- Accessible only to Admin role</a:t>
            </a:r>
          </a:p>
          <a:p>
            <a:r>
              <a:rPr lang="en-US" sz="1000" dirty="0"/>
              <a:t>- Read-only monitoring dashboard</a:t>
            </a:r>
          </a:p>
          <a:p>
            <a:r>
              <a:rPr lang="en-US" sz="1000" dirty="0"/>
              <a:t>- Real-time and historical data views</a:t>
            </a:r>
          </a:p>
          <a:p>
            <a:r>
              <a:rPr lang="en-US" sz="1000" dirty="0"/>
              <a:t>- Helps identify system issues proactively</a:t>
            </a:r>
          </a:p>
          <a:p>
            <a:r>
              <a:rPr lang="en-US" sz="1000" dirty="0"/>
              <a:t>- Supports troubleshooting and optimization</a:t>
            </a:r>
          </a:p>
          <a:p>
            <a:endParaRPr lang="en-US" sz="1000" dirty="0"/>
          </a:p>
          <a:p>
            <a:r>
              <a:rPr lang="en-US" sz="1000" dirty="0"/>
              <a:t>DATE RANGE SELECTOR:</a:t>
            </a:r>
          </a:p>
          <a:p>
            <a:r>
              <a:rPr lang="en-US" sz="1000" dirty="0"/>
              <a:t>- Last 24 hours: For recent activity monitoring</a:t>
            </a:r>
          </a:p>
          <a:p>
            <a:r>
              <a:rPr lang="en-US" sz="1000" dirty="0"/>
              <a:t>- Last 7 days (default): Weekly overview</a:t>
            </a:r>
          </a:p>
          <a:p>
            <a:r>
              <a:rPr lang="en-US" sz="1000" dirty="0"/>
              <a:t>- Last 30 days: Monthly trends</a:t>
            </a:r>
          </a:p>
          <a:p>
            <a:r>
              <a:rPr lang="en-US" sz="1000" dirty="0"/>
              <a:t>- Custom range: Admin selects start/end dates</a:t>
            </a:r>
          </a:p>
          <a:p>
            <a:r>
              <a:rPr lang="en-US" sz="1000" dirty="0"/>
              <a:t>- Affects all metrics and charts on page</a:t>
            </a:r>
          </a:p>
          <a:p>
            <a:endParaRPr lang="en-US" sz="1000" dirty="0"/>
          </a:p>
          <a:p>
            <a:r>
              <a:rPr lang="en-US" sz="1000" dirty="0"/>
              <a:t>SYSTEM HEALTH OVERVIEW:</a:t>
            </a:r>
          </a:p>
          <a:p>
            <a:endParaRPr lang="en-US" sz="1000" dirty="0"/>
          </a:p>
          <a:p>
            <a:r>
              <a:rPr lang="en-US" sz="1000" dirty="0"/>
              <a:t>1. Uptime Metric:</a:t>
            </a:r>
          </a:p>
          <a:p>
            <a:r>
              <a:rPr lang="en-US" sz="1000" dirty="0"/>
              <a:t>   - Calculated from Power Platform service health API</a:t>
            </a:r>
          </a:p>
          <a:p>
            <a:r>
              <a:rPr lang="en-US" sz="1000" dirty="0"/>
              <a:t>   - Shows percentage of time system was available</a:t>
            </a:r>
          </a:p>
          <a:p>
            <a:r>
              <a:rPr lang="en-US" sz="1000" dirty="0"/>
              <a:t>   - Green (🟢) if &gt;99%, Yellow (🟡) if 95-99%, Red (🔴) if &lt;95%</a:t>
            </a:r>
          </a:p>
          <a:p>
            <a:r>
              <a:rPr lang="en-US" sz="1000" dirty="0"/>
              <a:t>   - Based on selected date range</a:t>
            </a:r>
          </a:p>
          <a:p>
            <a:endParaRPr lang="en-US" sz="1000" dirty="0"/>
          </a:p>
          <a:p>
            <a:r>
              <a:rPr lang="en-US" sz="1000" dirty="0"/>
              <a:t>2. Active Users:</a:t>
            </a:r>
          </a:p>
          <a:p>
            <a:r>
              <a:rPr lang="en-US" sz="1000" dirty="0"/>
              <a:t>   - Count of users with Status = 'Active' in </a:t>
            </a:r>
            <a:r>
              <a:rPr lang="en-US" sz="1000" dirty="0" err="1"/>
              <a:t>tbl_UserCountries</a:t>
            </a:r>
            <a:endParaRPr lang="en-US" sz="1000" dirty="0"/>
          </a:p>
          <a:p>
            <a:r>
              <a:rPr lang="en-US" sz="1000" dirty="0"/>
              <a:t>   - Shows current active user count</a:t>
            </a:r>
          </a:p>
          <a:p>
            <a:r>
              <a:rPr lang="en-US" sz="1000" dirty="0"/>
              <a:t>   - Click to navigate to User Management screen</a:t>
            </a:r>
          </a:p>
          <a:p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4F916-15AA-E076-A135-E7293B14A87B}"/>
              </a:ext>
            </a:extLst>
          </p:cNvPr>
          <p:cNvSpPr txBox="1"/>
          <p:nvPr/>
        </p:nvSpPr>
        <p:spPr>
          <a:xfrm>
            <a:off x="3982065" y="681675"/>
            <a:ext cx="343145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3. Errors:</a:t>
            </a:r>
          </a:p>
          <a:p>
            <a:r>
              <a:rPr lang="en-US" sz="1000" dirty="0"/>
              <a:t>   - Count of unresolved errors in selected date range</a:t>
            </a:r>
          </a:p>
          <a:p>
            <a:r>
              <a:rPr lang="en-US" sz="1000" dirty="0"/>
              <a:t>   - Severity levels: Low (🟡), Medium (🟠), High (🔴)</a:t>
            </a:r>
          </a:p>
          <a:p>
            <a:r>
              <a:rPr lang="en-US" sz="1000" dirty="0"/>
              <a:t>   - Status shown based on highest severity present</a:t>
            </a:r>
          </a:p>
          <a:p>
            <a:r>
              <a:rPr lang="en-US" sz="1000" dirty="0"/>
              <a:t>   - Click to jump to error log section</a:t>
            </a:r>
          </a:p>
          <a:p>
            <a:endParaRPr lang="en-US" sz="1000" dirty="0"/>
          </a:p>
          <a:p>
            <a:r>
              <a:rPr lang="en-US" sz="1000" dirty="0"/>
              <a:t>4. Submissions This Month:</a:t>
            </a:r>
          </a:p>
          <a:p>
            <a:r>
              <a:rPr lang="en-US" sz="1000" dirty="0"/>
              <a:t>   - Count from </a:t>
            </a:r>
            <a:r>
              <a:rPr lang="en-US" sz="1000" dirty="0" err="1"/>
              <a:t>tbl_VolumeSubmissions</a:t>
            </a:r>
            <a:r>
              <a:rPr lang="en-US" sz="1000" dirty="0"/>
              <a:t> for current month</a:t>
            </a:r>
          </a:p>
          <a:p>
            <a:r>
              <a:rPr lang="en-US" sz="1000" dirty="0"/>
              <a:t>   - Shows percentage change vs prior month</a:t>
            </a:r>
          </a:p>
          <a:p>
            <a:r>
              <a:rPr lang="en-US" sz="1000" dirty="0"/>
              <a:t>   - Green if increasing, yellow if decreasing &gt;10%</a:t>
            </a:r>
          </a:p>
          <a:p>
            <a:endParaRPr lang="en-US" sz="1000" dirty="0"/>
          </a:p>
          <a:p>
            <a:r>
              <a:rPr lang="en-US" sz="1000" dirty="0"/>
              <a:t>PERFORMANCE METRICS:</a:t>
            </a:r>
          </a:p>
          <a:p>
            <a:endParaRPr lang="en-US" sz="1000" dirty="0"/>
          </a:p>
          <a:p>
            <a:r>
              <a:rPr lang="en-US" sz="1000" dirty="0"/>
              <a:t>App Load Times:</a:t>
            </a:r>
          </a:p>
          <a:p>
            <a:r>
              <a:rPr lang="en-US" sz="1000" dirty="0"/>
              <a:t>- Pulled from Power Apps Analytics</a:t>
            </a:r>
          </a:p>
          <a:p>
            <a:r>
              <a:rPr lang="en-US" sz="1000" dirty="0"/>
              <a:t>- Shows average load time per app in selected date range</a:t>
            </a:r>
          </a:p>
          <a:p>
            <a:r>
              <a:rPr lang="en-US" sz="1000" dirty="0"/>
              <a:t>- Bar chart with target threshold (2 seconds)</a:t>
            </a:r>
          </a:p>
          <a:p>
            <a:r>
              <a:rPr lang="en-US" sz="1000" dirty="0"/>
              <a:t>- Color coded: Green (&lt;2s), Yellow (2-3s), Red (&gt;3s)</a:t>
            </a:r>
          </a:p>
          <a:p>
            <a:r>
              <a:rPr lang="en-US" sz="1000" dirty="0"/>
              <a:t>- Target based on user experience best practices</a:t>
            </a:r>
          </a:p>
          <a:p>
            <a:endParaRPr lang="en-US" sz="1000" dirty="0"/>
          </a:p>
          <a:p>
            <a:r>
              <a:rPr lang="en-US" sz="1000" dirty="0"/>
              <a:t>Dashboard Refresh Times:</a:t>
            </a:r>
          </a:p>
          <a:p>
            <a:r>
              <a:rPr lang="en-US" sz="1000" dirty="0"/>
              <a:t>- Line graph showing trend over date range</a:t>
            </a:r>
          </a:p>
          <a:p>
            <a:r>
              <a:rPr lang="en-US" sz="1000" dirty="0"/>
              <a:t>- Data from Power BI dataset refresh logs</a:t>
            </a:r>
          </a:p>
          <a:p>
            <a:r>
              <a:rPr lang="en-US" sz="1000" dirty="0"/>
              <a:t>- Target: &lt;2 minutes for acceptable user experience</a:t>
            </a:r>
          </a:p>
          <a:p>
            <a:r>
              <a:rPr lang="en-US" sz="1000" dirty="0"/>
              <a:t>- Shows actual average in selected period</a:t>
            </a:r>
          </a:p>
          <a:p>
            <a:endParaRPr lang="en-US" sz="1000" dirty="0"/>
          </a:p>
          <a:p>
            <a:r>
              <a:rPr lang="en-US" sz="1000" dirty="0"/>
              <a:t>API Response Times (if applicable):</a:t>
            </a:r>
          </a:p>
          <a:p>
            <a:r>
              <a:rPr lang="en-US" sz="1000" dirty="0"/>
              <a:t>- If using APIs (Dataverse, custom connectors)</a:t>
            </a:r>
          </a:p>
          <a:p>
            <a:r>
              <a:rPr lang="en-US" sz="1000" dirty="0"/>
              <a:t>- Shows average response time</a:t>
            </a:r>
          </a:p>
          <a:p>
            <a:r>
              <a:rPr lang="en-US" sz="1000" dirty="0"/>
              <a:t>- Helps identify performance bottlenecks</a:t>
            </a:r>
          </a:p>
          <a:p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BAE5B-F53F-C88D-70C2-C5949B10E66C}"/>
              </a:ext>
            </a:extLst>
          </p:cNvPr>
          <p:cNvSpPr txBox="1"/>
          <p:nvPr/>
        </p:nvSpPr>
        <p:spPr>
          <a:xfrm>
            <a:off x="7413524" y="681674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RECENT ERRORS/ISSUES LOG:</a:t>
            </a:r>
          </a:p>
          <a:p>
            <a:endParaRPr lang="en-US" sz="1000" dirty="0"/>
          </a:p>
          <a:p>
            <a:r>
              <a:rPr lang="en-US" sz="1000" dirty="0"/>
              <a:t>Columns:</a:t>
            </a:r>
          </a:p>
          <a:p>
            <a:r>
              <a:rPr lang="en-US" sz="1000" dirty="0"/>
              <a:t>- Severity: Visual indicator (🔴🟠🟡🟢)</a:t>
            </a:r>
          </a:p>
          <a:p>
            <a:r>
              <a:rPr lang="en-US" sz="1000" dirty="0"/>
              <a:t>  * Critical (🔴): System down, data loss risk</a:t>
            </a:r>
          </a:p>
          <a:p>
            <a:r>
              <a:rPr lang="en-US" sz="1000" dirty="0"/>
              <a:t>  * High (🟠): Feature broken, user impact</a:t>
            </a:r>
          </a:p>
          <a:p>
            <a:r>
              <a:rPr lang="en-US" sz="1000" dirty="0"/>
              <a:t>  * Medium (🟡): Degraded performance, some users affected</a:t>
            </a:r>
          </a:p>
          <a:p>
            <a:r>
              <a:rPr lang="en-US" sz="1000" dirty="0"/>
              <a:t>  * Low/Info (🟢): Minor issue, no user impact</a:t>
            </a:r>
          </a:p>
          <a:p>
            <a:r>
              <a:rPr lang="en-US" sz="1000" dirty="0"/>
              <a:t>- Date/Time: When error occurred (most recent first)</a:t>
            </a:r>
          </a:p>
          <a:p>
            <a:r>
              <a:rPr lang="en-US" sz="1000" dirty="0"/>
              <a:t>- Component: Which app/flow/part of system</a:t>
            </a:r>
          </a:p>
          <a:p>
            <a:r>
              <a:rPr lang="en-US" sz="1000" dirty="0"/>
              <a:t>  * Portal, Dashboard, Admin Console, Email Flow, Validation Flow, etc.</a:t>
            </a:r>
          </a:p>
          <a:p>
            <a:r>
              <a:rPr lang="en-US" sz="1000" dirty="0"/>
              <a:t>- Error Description: Brief explanation of issue</a:t>
            </a:r>
          </a:p>
          <a:p>
            <a:r>
              <a:rPr lang="en-US" sz="1000" dirty="0"/>
              <a:t>- Status: Open, In Progress, Resolved, Monitored</a:t>
            </a:r>
          </a:p>
          <a:p>
            <a:endParaRPr lang="en-US" sz="1000" dirty="0"/>
          </a:p>
          <a:p>
            <a:r>
              <a:rPr lang="en-US" sz="1000" dirty="0"/>
              <a:t>Error Sources:</a:t>
            </a:r>
          </a:p>
          <a:p>
            <a:r>
              <a:rPr lang="en-US" sz="1000" dirty="0"/>
              <a:t>- Power Apps </a:t>
            </a:r>
            <a:r>
              <a:rPr lang="en-US" sz="1000" dirty="0" err="1"/>
              <a:t>OnError</a:t>
            </a:r>
            <a:r>
              <a:rPr lang="en-US" sz="1000" dirty="0"/>
              <a:t> events</a:t>
            </a:r>
          </a:p>
          <a:p>
            <a:r>
              <a:rPr lang="en-US" sz="1000" dirty="0"/>
              <a:t>- Power Automate flow failures</a:t>
            </a:r>
          </a:p>
          <a:p>
            <a:r>
              <a:rPr lang="en-US" sz="1000" dirty="0"/>
              <a:t>- SharePoint list permission errors</a:t>
            </a:r>
          </a:p>
          <a:p>
            <a:r>
              <a:rPr lang="en-US" sz="1000" dirty="0"/>
              <a:t>- Email delivery failures</a:t>
            </a:r>
          </a:p>
          <a:p>
            <a:r>
              <a:rPr lang="en-US" sz="1000" dirty="0"/>
              <a:t>- Data validation failures that weren't caught</a:t>
            </a:r>
          </a:p>
          <a:p>
            <a:endParaRPr lang="en-US" sz="1000" dirty="0"/>
          </a:p>
          <a:p>
            <a:r>
              <a:rPr lang="en-US" sz="1000" dirty="0"/>
              <a:t>Row Click Behavior:</a:t>
            </a:r>
          </a:p>
          <a:p>
            <a:r>
              <a:rPr lang="en-US" sz="1000" dirty="0"/>
              <a:t>- Opens error detail modal with:</a:t>
            </a:r>
          </a:p>
          <a:p>
            <a:r>
              <a:rPr lang="en-US" sz="1000" dirty="0"/>
              <a:t>  * Full error message</a:t>
            </a:r>
          </a:p>
          <a:p>
            <a:r>
              <a:rPr lang="en-US" sz="1000" dirty="0"/>
              <a:t>  * Stack trace (if available)</a:t>
            </a:r>
          </a:p>
          <a:p>
            <a:r>
              <a:rPr lang="en-US" sz="1000" dirty="0"/>
              <a:t>  * User affected (if applicable)</a:t>
            </a:r>
          </a:p>
          <a:p>
            <a:r>
              <a:rPr lang="en-US" sz="1000" dirty="0"/>
              <a:t>  * Timestamp</a:t>
            </a:r>
          </a:p>
          <a:p>
            <a:r>
              <a:rPr lang="en-US" sz="1000" dirty="0"/>
              <a:t>  * Steps to reproduce (if known)</a:t>
            </a:r>
          </a:p>
          <a:p>
            <a:r>
              <a:rPr lang="en-US" sz="1000" dirty="0"/>
              <a:t>  * Resolution notes (if resolved)</a:t>
            </a:r>
          </a:p>
          <a:p>
            <a:endParaRPr lang="en-US" sz="1000" dirty="0"/>
          </a:p>
          <a:p>
            <a:r>
              <a:rPr lang="en-US" sz="1000" dirty="0"/>
              <a:t>View All Errors Button:</a:t>
            </a:r>
          </a:p>
          <a:p>
            <a:r>
              <a:rPr lang="en-US" sz="1000" dirty="0"/>
              <a:t>- Navigates to detailed error log page</a:t>
            </a:r>
          </a:p>
          <a:p>
            <a:r>
              <a:rPr lang="en-US" sz="1000" dirty="0"/>
              <a:t>- Filterable by date, severity, component, status</a:t>
            </a:r>
          </a:p>
          <a:p>
            <a:r>
              <a:rPr lang="en-US" sz="1000" dirty="0"/>
              <a:t>- Exportable to Excel for reporting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1107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EA92-5C65-B75D-47D7-94BC4534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8030-2EE5-6093-F417-71AD6456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System Monitoring - Technical Specs 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D6F1F0-94CA-2D0F-5494-C04091E4F0A6}"/>
              </a:ext>
            </a:extLst>
          </p:cNvPr>
          <p:cNvSpPr txBox="1"/>
          <p:nvPr/>
        </p:nvSpPr>
        <p:spPr>
          <a:xfrm>
            <a:off x="550606" y="681676"/>
            <a:ext cx="34314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USAGE STATISTICS:</a:t>
            </a:r>
          </a:p>
          <a:p>
            <a:endParaRPr lang="en-US" sz="1000" dirty="0"/>
          </a:p>
          <a:p>
            <a:r>
              <a:rPr lang="en-US" sz="1000" dirty="0"/>
              <a:t>Total Submissions:</a:t>
            </a:r>
          </a:p>
          <a:p>
            <a:r>
              <a:rPr lang="en-US" sz="1000" dirty="0"/>
              <a:t>- Count from </a:t>
            </a:r>
            <a:r>
              <a:rPr lang="en-US" sz="1000" dirty="0" err="1"/>
              <a:t>tbl_VolumeSubmissions</a:t>
            </a:r>
            <a:r>
              <a:rPr lang="en-US" sz="1000" dirty="0"/>
              <a:t> in date range</a:t>
            </a:r>
          </a:p>
          <a:p>
            <a:r>
              <a:rPr lang="en-US" sz="1000" dirty="0"/>
              <a:t>- Broken down by:</a:t>
            </a:r>
          </a:p>
          <a:p>
            <a:r>
              <a:rPr lang="en-US" sz="1000" dirty="0"/>
              <a:t>  * Portal submissions (</a:t>
            </a:r>
            <a:r>
              <a:rPr lang="en-US" sz="1000" dirty="0" err="1"/>
              <a:t>SubmissionMethod</a:t>
            </a:r>
            <a:r>
              <a:rPr lang="en-US" sz="1000" dirty="0"/>
              <a:t> = 'Portal')</a:t>
            </a:r>
          </a:p>
          <a:p>
            <a:r>
              <a:rPr lang="en-US" sz="1000" dirty="0"/>
              <a:t>  * Manual entries (</a:t>
            </a:r>
            <a:r>
              <a:rPr lang="en-US" sz="1000" dirty="0" err="1"/>
              <a:t>SubmissionMethod</a:t>
            </a:r>
            <a:r>
              <a:rPr lang="en-US" sz="1000" dirty="0"/>
              <a:t> = 'Manual')</a:t>
            </a:r>
          </a:p>
          <a:p>
            <a:r>
              <a:rPr lang="en-US" sz="1000" dirty="0"/>
              <a:t>  * Percentage of each type</a:t>
            </a:r>
          </a:p>
          <a:p>
            <a:endParaRPr lang="en-US" sz="1000" dirty="0"/>
          </a:p>
          <a:p>
            <a:r>
              <a:rPr lang="en-US" sz="1000" dirty="0"/>
              <a:t>Validation Actions:</a:t>
            </a:r>
          </a:p>
          <a:p>
            <a:r>
              <a:rPr lang="en-US" sz="1000" dirty="0"/>
              <a:t>- Count from </a:t>
            </a:r>
            <a:r>
              <a:rPr lang="en-US" sz="1000" dirty="0" err="1"/>
              <a:t>tbl_SubmissionHistory</a:t>
            </a:r>
            <a:r>
              <a:rPr lang="en-US" sz="1000" dirty="0"/>
              <a:t> WHERE </a:t>
            </a:r>
            <a:r>
              <a:rPr lang="en-US" sz="1000" dirty="0" err="1"/>
              <a:t>ChangeType</a:t>
            </a:r>
            <a:r>
              <a:rPr lang="en-US" sz="1000" dirty="0"/>
              <a:t> = 'Validated'</a:t>
            </a:r>
          </a:p>
          <a:p>
            <a:r>
              <a:rPr lang="en-US" sz="1000" dirty="0"/>
              <a:t>- Broken down by:</a:t>
            </a:r>
          </a:p>
          <a:p>
            <a:r>
              <a:rPr lang="en-US" sz="1000" dirty="0"/>
              <a:t>  * Approved (Status changed to 'Validated' or 'Approved')</a:t>
            </a:r>
          </a:p>
          <a:p>
            <a:r>
              <a:rPr lang="en-US" sz="1000" dirty="0"/>
              <a:t>  * Flagged (Status changed to 'Flagged')</a:t>
            </a:r>
          </a:p>
          <a:p>
            <a:r>
              <a:rPr lang="en-US" sz="1000" dirty="0"/>
              <a:t>  * Shows validation efficiency</a:t>
            </a:r>
          </a:p>
          <a:p>
            <a:endParaRPr lang="en-US" sz="1000" dirty="0"/>
          </a:p>
          <a:p>
            <a:r>
              <a:rPr lang="en-US" sz="1000" dirty="0"/>
              <a:t>Communications Sent:</a:t>
            </a:r>
          </a:p>
          <a:p>
            <a:r>
              <a:rPr lang="en-US" sz="1000" dirty="0"/>
              <a:t>- Count from </a:t>
            </a:r>
            <a:r>
              <a:rPr lang="en-US" sz="1000" dirty="0" err="1"/>
              <a:t>tbl_Communications</a:t>
            </a:r>
            <a:r>
              <a:rPr lang="en-US" sz="1000" dirty="0"/>
              <a:t> in date range</a:t>
            </a:r>
          </a:p>
          <a:p>
            <a:r>
              <a:rPr lang="en-US" sz="1000" dirty="0"/>
              <a:t>- Broken down by type:</a:t>
            </a:r>
          </a:p>
          <a:p>
            <a:r>
              <a:rPr lang="en-US" sz="1000" dirty="0"/>
              <a:t>  * Reminders (automated)</a:t>
            </a:r>
          </a:p>
          <a:p>
            <a:r>
              <a:rPr lang="en-US" sz="1000" dirty="0"/>
              <a:t>  * Clarifications (analyst-initiated)</a:t>
            </a:r>
          </a:p>
          <a:p>
            <a:r>
              <a:rPr lang="en-US" sz="1000" dirty="0"/>
              <a:t>  * Confirmations (automated on submission)</a:t>
            </a:r>
          </a:p>
          <a:p>
            <a:r>
              <a:rPr lang="en-US" sz="1000" dirty="0"/>
              <a:t>  * Shows communication volume</a:t>
            </a:r>
          </a:p>
          <a:p>
            <a:endParaRPr lang="en-US" sz="1000" dirty="0"/>
          </a:p>
          <a:p>
            <a:r>
              <a:rPr lang="en-US" sz="1000" dirty="0"/>
              <a:t>Top Active Users:</a:t>
            </a:r>
          </a:p>
          <a:p>
            <a:r>
              <a:rPr lang="en-US" sz="1000" dirty="0"/>
              <a:t>- Coordinators ranked by submission count</a:t>
            </a:r>
          </a:p>
          <a:p>
            <a:r>
              <a:rPr lang="en-US" sz="1000" dirty="0"/>
              <a:t>- Analysts ranked by validation count</a:t>
            </a:r>
          </a:p>
          <a:p>
            <a:r>
              <a:rPr lang="en-US" sz="1000" dirty="0"/>
              <a:t>- Helps identify engaged users and potential training needs</a:t>
            </a:r>
          </a:p>
          <a:p>
            <a:r>
              <a:rPr lang="en-US" sz="1000" dirty="0"/>
              <a:t>- Shows who is using system most</a:t>
            </a:r>
          </a:p>
          <a:p>
            <a:endParaRPr lang="en-US" sz="1000" dirty="0"/>
          </a:p>
          <a:p>
            <a:r>
              <a:rPr lang="en-US" sz="1000" dirty="0"/>
              <a:t>DATA QUALITY TRENDS:</a:t>
            </a:r>
          </a:p>
          <a:p>
            <a:endParaRPr lang="en-US" sz="1000" dirty="0"/>
          </a:p>
          <a:p>
            <a:r>
              <a:rPr lang="en-US" sz="1000" dirty="0"/>
              <a:t>Average Data Quality Score:</a:t>
            </a:r>
          </a:p>
          <a:p>
            <a:r>
              <a:rPr lang="en-US" sz="1000" dirty="0"/>
              <a:t>- Calculated as: 100 - (Flag Count / Submission Count * 10)</a:t>
            </a:r>
          </a:p>
          <a:p>
            <a:r>
              <a:rPr lang="en-US" sz="1000" dirty="0"/>
              <a:t>- Example: 5 flags on 50 submissions = 100 - (5/50*10) = 99</a:t>
            </a:r>
          </a:p>
          <a:p>
            <a:r>
              <a:rPr lang="en-US" sz="1000" dirty="0"/>
              <a:t>- Scale: 0-100, higher is better</a:t>
            </a:r>
          </a:p>
          <a:p>
            <a:r>
              <a:rPr lang="en-US" sz="1000" dirty="0"/>
              <a:t>- Trend line showing improvement/degradation over time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610EC6-441F-4EBF-F5AC-B63F7914ADFD}"/>
              </a:ext>
            </a:extLst>
          </p:cNvPr>
          <p:cNvSpPr txBox="1"/>
          <p:nvPr/>
        </p:nvSpPr>
        <p:spPr>
          <a:xfrm>
            <a:off x="3982065" y="681675"/>
            <a:ext cx="343145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Flag Types:</a:t>
            </a:r>
          </a:p>
          <a:p>
            <a:r>
              <a:rPr lang="en-US" sz="1000" dirty="0"/>
              <a:t>- Count of each flag type in date range</a:t>
            </a:r>
          </a:p>
          <a:p>
            <a:r>
              <a:rPr lang="en-US" sz="1000" dirty="0"/>
              <a:t>- From </a:t>
            </a:r>
            <a:r>
              <a:rPr lang="en-US" sz="1000" dirty="0" err="1"/>
              <a:t>tbl_DataQualityFlags</a:t>
            </a:r>
            <a:r>
              <a:rPr lang="en-US" sz="1000" dirty="0"/>
              <a:t> grouped by </a:t>
            </a:r>
            <a:r>
              <a:rPr lang="en-US" sz="1000" dirty="0" err="1"/>
              <a:t>FlagType</a:t>
            </a:r>
            <a:endParaRPr lang="en-US" sz="1000" dirty="0"/>
          </a:p>
          <a:p>
            <a:r>
              <a:rPr lang="en-US" sz="1000" dirty="0"/>
              <a:t>- Helps identify common data issues</a:t>
            </a:r>
          </a:p>
          <a:p>
            <a:r>
              <a:rPr lang="en-US" sz="1000" dirty="0"/>
              <a:t>- Can inform training or process improvements</a:t>
            </a:r>
          </a:p>
          <a:p>
            <a:endParaRPr lang="en-US" sz="1000" dirty="0"/>
          </a:p>
          <a:p>
            <a:r>
              <a:rPr lang="en-US" sz="1000" dirty="0"/>
              <a:t>Countries with Most Flags:</a:t>
            </a:r>
          </a:p>
          <a:p>
            <a:r>
              <a:rPr lang="en-US" sz="1000" dirty="0"/>
              <a:t>- Aggregates flags by country</a:t>
            </a:r>
          </a:p>
          <a:p>
            <a:r>
              <a:rPr lang="en-US" sz="1000" dirty="0"/>
              <a:t>- Identifies which countries need most data quality attention</a:t>
            </a:r>
          </a:p>
          <a:p>
            <a:r>
              <a:rPr lang="en-US" sz="1000" dirty="0"/>
              <a:t>- May indicate need for coordinator training or system improvements</a:t>
            </a:r>
          </a:p>
          <a:p>
            <a:endParaRPr lang="en-US" sz="1000" dirty="0"/>
          </a:p>
          <a:p>
            <a:r>
              <a:rPr lang="en-US" sz="1000" dirty="0"/>
              <a:t>SYSTEM CONFIGURATION SNAPSHOT:</a:t>
            </a:r>
          </a:p>
          <a:p>
            <a:endParaRPr lang="en-US" sz="1000" dirty="0"/>
          </a:p>
          <a:p>
            <a:r>
              <a:rPr lang="en-US" sz="1000" dirty="0"/>
              <a:t>Current Settings Display:</a:t>
            </a:r>
          </a:p>
          <a:p>
            <a:r>
              <a:rPr lang="en-US" sz="1000" dirty="0"/>
              <a:t>- Pulls key settings from </a:t>
            </a:r>
            <a:r>
              <a:rPr lang="en-US" sz="1000" dirty="0" err="1"/>
              <a:t>tbl_SystemConfig</a:t>
            </a:r>
            <a:endParaRPr lang="en-US" sz="1000" dirty="0"/>
          </a:p>
          <a:p>
            <a:r>
              <a:rPr lang="en-US" sz="1000" dirty="0"/>
              <a:t>- Shows most critical settings at a glance:</a:t>
            </a:r>
          </a:p>
          <a:p>
            <a:r>
              <a:rPr lang="en-US" sz="1000" dirty="0"/>
              <a:t>  * Submission deadline</a:t>
            </a:r>
          </a:p>
          <a:p>
            <a:r>
              <a:rPr lang="en-US" sz="1000" dirty="0"/>
              <a:t>  * Anomaly threshold</a:t>
            </a:r>
          </a:p>
          <a:p>
            <a:r>
              <a:rPr lang="en-US" sz="1000" dirty="0"/>
              <a:t>  * Budget variance threshold</a:t>
            </a:r>
          </a:p>
          <a:p>
            <a:r>
              <a:rPr lang="en-US" sz="1000" dirty="0"/>
              <a:t>- Shows active entity counts:</a:t>
            </a:r>
          </a:p>
          <a:p>
            <a:r>
              <a:rPr lang="en-US" sz="1000" dirty="0"/>
              <a:t>  * Active users (Status = 'Active')</a:t>
            </a:r>
          </a:p>
          <a:p>
            <a:r>
              <a:rPr lang="en-US" sz="1000" dirty="0"/>
              <a:t>  * Active countries (Status = 'Active')</a:t>
            </a:r>
          </a:p>
          <a:p>
            <a:r>
              <a:rPr lang="en-US" sz="1000" dirty="0"/>
              <a:t>  * Active test types (Status = 'Active')</a:t>
            </a:r>
          </a:p>
          <a:p>
            <a:endParaRPr lang="en-US" sz="1000" dirty="0"/>
          </a:p>
          <a:p>
            <a:r>
              <a:rPr lang="en-US" sz="1000" dirty="0"/>
              <a:t>Last Configuration Change:</a:t>
            </a:r>
          </a:p>
          <a:p>
            <a:r>
              <a:rPr lang="en-US" sz="1000" dirty="0"/>
              <a:t>- From </a:t>
            </a:r>
            <a:r>
              <a:rPr lang="en-US" sz="1000" dirty="0" err="1"/>
              <a:t>tbl_SystemConfig</a:t>
            </a:r>
            <a:r>
              <a:rPr lang="en-US" sz="1000" dirty="0"/>
              <a:t> audit trail</a:t>
            </a:r>
          </a:p>
          <a:p>
            <a:r>
              <a:rPr lang="en-US" sz="1000" dirty="0"/>
              <a:t>- Shows when last changed and by whom</a:t>
            </a:r>
          </a:p>
          <a:p>
            <a:r>
              <a:rPr lang="en-US" sz="1000" dirty="0"/>
              <a:t>- Click to view change history</a:t>
            </a:r>
          </a:p>
          <a:p>
            <a:r>
              <a:rPr lang="en-US" sz="1000" dirty="0"/>
              <a:t>- Helps correlate system behavior with config changes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FF728-81E2-5C6F-1C0D-13B3F4C44AD5}"/>
              </a:ext>
            </a:extLst>
          </p:cNvPr>
          <p:cNvSpPr txBox="1"/>
          <p:nvPr/>
        </p:nvSpPr>
        <p:spPr>
          <a:xfrm>
            <a:off x="7413524" y="681674"/>
            <a:ext cx="34314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ACTION BUTTONS:</a:t>
            </a:r>
          </a:p>
          <a:p>
            <a:endParaRPr lang="en-US" sz="1000" dirty="0"/>
          </a:p>
          <a:p>
            <a:r>
              <a:rPr lang="en-US" sz="1000" dirty="0"/>
              <a:t>1. Export Metrics Report:</a:t>
            </a:r>
          </a:p>
          <a:p>
            <a:r>
              <a:rPr lang="en-US" sz="1000" dirty="0"/>
              <a:t>   - Generates Excel file with all metrics</a:t>
            </a:r>
          </a:p>
          <a:p>
            <a:r>
              <a:rPr lang="en-US" sz="1000" dirty="0"/>
              <a:t>   - Includes:</a:t>
            </a:r>
          </a:p>
          <a:p>
            <a:r>
              <a:rPr lang="en-US" sz="1000" dirty="0"/>
              <a:t>     * System health summary</a:t>
            </a:r>
          </a:p>
          <a:p>
            <a:r>
              <a:rPr lang="en-US" sz="1000" dirty="0"/>
              <a:t>     * Performance metrics</a:t>
            </a:r>
          </a:p>
          <a:p>
            <a:r>
              <a:rPr lang="en-US" sz="1000" dirty="0"/>
              <a:t>     * Error log</a:t>
            </a:r>
          </a:p>
          <a:p>
            <a:r>
              <a:rPr lang="en-US" sz="1000" dirty="0"/>
              <a:t>     * Usage statistics</a:t>
            </a:r>
          </a:p>
          <a:p>
            <a:r>
              <a:rPr lang="en-US" sz="1000" dirty="0"/>
              <a:t>     * Data quality trends</a:t>
            </a:r>
          </a:p>
          <a:p>
            <a:r>
              <a:rPr lang="en-US" sz="1000" dirty="0"/>
              <a:t>   - Filename: "</a:t>
            </a:r>
            <a:r>
              <a:rPr lang="en-US" sz="1000" dirty="0" err="1"/>
              <a:t>SystemMetrics</a:t>
            </a:r>
            <a:r>
              <a:rPr lang="en-US" sz="1000" dirty="0"/>
              <a:t>_[</a:t>
            </a:r>
            <a:r>
              <a:rPr lang="en-US" sz="1000" dirty="0" err="1"/>
              <a:t>DateRange</a:t>
            </a:r>
            <a:r>
              <a:rPr lang="en-US" sz="1000" dirty="0"/>
              <a:t>]_[Date].xlsx"</a:t>
            </a:r>
          </a:p>
          <a:p>
            <a:r>
              <a:rPr lang="en-US" sz="1000" dirty="0"/>
              <a:t>   - Opens save dialog</a:t>
            </a:r>
          </a:p>
          <a:p>
            <a:endParaRPr lang="en-US" sz="1000" dirty="0"/>
          </a:p>
          <a:p>
            <a:r>
              <a:rPr lang="en-US" sz="1000" dirty="0"/>
              <a:t>2. View Detailed Logs:</a:t>
            </a:r>
          </a:p>
          <a:p>
            <a:r>
              <a:rPr lang="en-US" sz="1000" dirty="0"/>
              <a:t>   - Navigates to comprehensive log viewer</a:t>
            </a:r>
          </a:p>
          <a:p>
            <a:r>
              <a:rPr lang="en-US" sz="1000" dirty="0"/>
              <a:t>   - Filterable, searchable logs</a:t>
            </a:r>
          </a:p>
          <a:p>
            <a:r>
              <a:rPr lang="en-US" sz="1000" dirty="0"/>
              <a:t>   - Shows all system events, not just errors</a:t>
            </a:r>
          </a:p>
          <a:p>
            <a:r>
              <a:rPr lang="en-US" sz="1000" dirty="0"/>
              <a:t>   - Admin troubleshooting tool</a:t>
            </a:r>
          </a:p>
          <a:p>
            <a:endParaRPr lang="en-US" sz="1000" dirty="0"/>
          </a:p>
          <a:p>
            <a:r>
              <a:rPr lang="en-US" sz="1000" dirty="0"/>
              <a:t>3. Clear Resolved Errors:</a:t>
            </a:r>
          </a:p>
          <a:p>
            <a:r>
              <a:rPr lang="en-US" sz="1000" dirty="0"/>
              <a:t>   - Confirmation: "Remove all resolved errors from display?"</a:t>
            </a:r>
          </a:p>
          <a:p>
            <a:r>
              <a:rPr lang="en-US" sz="1000" dirty="0"/>
              <a:t>   - Updates error log Status = 'Archived'</a:t>
            </a:r>
          </a:p>
          <a:p>
            <a:r>
              <a:rPr lang="en-US" sz="1000" dirty="0"/>
              <a:t>   - Doesn't delete (audit trail preserved)</a:t>
            </a:r>
          </a:p>
          <a:p>
            <a:r>
              <a:rPr lang="en-US" sz="1000" dirty="0"/>
              <a:t>   - Cleans up display for active monitoring</a:t>
            </a:r>
          </a:p>
          <a:p>
            <a:endParaRPr lang="en-US" sz="1000" dirty="0"/>
          </a:p>
          <a:p>
            <a:r>
              <a:rPr lang="en-US" sz="1000" dirty="0"/>
              <a:t>AUTO-REFRESH:</a:t>
            </a:r>
          </a:p>
          <a:p>
            <a:r>
              <a:rPr lang="en-US" sz="1000" dirty="0"/>
              <a:t>- Page auto-refreshes every 5 minutes (configurable)</a:t>
            </a:r>
          </a:p>
          <a:p>
            <a:r>
              <a:rPr lang="en-US" sz="1000" dirty="0"/>
              <a:t>- Manual refresh button available</a:t>
            </a:r>
          </a:p>
          <a:p>
            <a:r>
              <a:rPr lang="en-US" sz="1000" dirty="0"/>
              <a:t>- Shows "Last updated: [timestamp]" at top</a:t>
            </a:r>
          </a:p>
          <a:p>
            <a:r>
              <a:rPr lang="en-US" sz="1000" dirty="0"/>
              <a:t>- Ensures monitoring data is current</a:t>
            </a:r>
          </a:p>
          <a:p>
            <a:endParaRPr lang="en-US" sz="1000" dirty="0"/>
          </a:p>
          <a:p>
            <a:r>
              <a:rPr lang="en-US" sz="1000" dirty="0"/>
              <a:t>ALERTING (Future Enhancement):</a:t>
            </a:r>
          </a:p>
          <a:p>
            <a:r>
              <a:rPr lang="en-US" sz="1000" dirty="0"/>
              <a:t>- Email alert if error count &gt;threshold</a:t>
            </a:r>
          </a:p>
          <a:p>
            <a:r>
              <a:rPr lang="en-US" sz="1000" dirty="0"/>
              <a:t>- Email alert if uptime &lt;99%</a:t>
            </a:r>
          </a:p>
          <a:p>
            <a:r>
              <a:rPr lang="en-US" sz="1000" dirty="0"/>
              <a:t>- Email alert if performance degrades</a:t>
            </a:r>
          </a:p>
          <a:p>
            <a:r>
              <a:rPr lang="en-US" sz="1000" dirty="0"/>
              <a:t>- Proactive notification to admin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1607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1463-8BE5-FFBE-13A3-676EF104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1B70-0460-C8E1-477F-5DD0F94E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6" y="127485"/>
            <a:ext cx="10515600" cy="554191"/>
          </a:xfrm>
        </p:spPr>
        <p:txBody>
          <a:bodyPr>
            <a:normAutofit/>
          </a:bodyPr>
          <a:lstStyle/>
          <a:p>
            <a:r>
              <a:rPr lang="en-US" sz="3200" dirty="0"/>
              <a:t>Screen 3: System Monitoring - Technical Specs (3)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C5EF8E-0623-3F2A-7EB3-4E9DC84C9C96}"/>
              </a:ext>
            </a:extLst>
          </p:cNvPr>
          <p:cNvSpPr txBox="1"/>
          <p:nvPr/>
        </p:nvSpPr>
        <p:spPr>
          <a:xfrm>
            <a:off x="550606" y="681676"/>
            <a:ext cx="343145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PERFORMANCE CONSIDERATIONS:</a:t>
            </a:r>
          </a:p>
          <a:p>
            <a:r>
              <a:rPr lang="en-US" sz="1000" dirty="0"/>
              <a:t>- Load metrics from Power Platform APIs (cached)</a:t>
            </a:r>
          </a:p>
          <a:p>
            <a:r>
              <a:rPr lang="en-US" sz="1000" dirty="0"/>
              <a:t>- Aggregate statistics calculated nightly (faster load)</a:t>
            </a:r>
          </a:p>
          <a:p>
            <a:r>
              <a:rPr lang="en-US" sz="1000" dirty="0"/>
              <a:t>- Detailed logs loaded on-demand (not on page load)</a:t>
            </a:r>
          </a:p>
          <a:p>
            <a:r>
              <a:rPr lang="en-US" sz="1000" dirty="0"/>
              <a:t>- Charts use summarized data (not raw records)</a:t>
            </a:r>
          </a:p>
          <a:p>
            <a:endParaRPr lang="en-US" sz="1000" dirty="0"/>
          </a:p>
          <a:p>
            <a:r>
              <a:rPr lang="en-US" sz="1000" dirty="0"/>
              <a:t>POWER APPS IMPLEMENTATION:</a:t>
            </a:r>
          </a:p>
          <a:p>
            <a:r>
              <a:rPr lang="en-US" sz="1000" dirty="0"/>
              <a:t>- Gallery controls for error log and statistics</a:t>
            </a:r>
          </a:p>
          <a:p>
            <a:r>
              <a:rPr lang="en-US" sz="1000" dirty="0"/>
              <a:t>- Chart controls for performance graphs</a:t>
            </a:r>
          </a:p>
          <a:p>
            <a:r>
              <a:rPr lang="en-US" sz="1000" dirty="0"/>
              <a:t>- Label controls for metrics with conditional formatting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OnVisible</a:t>
            </a:r>
            <a:r>
              <a:rPr lang="en-US" sz="1000" dirty="0"/>
              <a:t>: Load metrics from APIs and SharePoint</a:t>
            </a:r>
          </a:p>
          <a:p>
            <a:r>
              <a:rPr lang="en-US" sz="1000" dirty="0"/>
              <a:t>- Timer control for auto-refresh (300000 </a:t>
            </a:r>
            <a:r>
              <a:rPr lang="en-US" sz="1000" dirty="0" err="1"/>
              <a:t>ms</a:t>
            </a:r>
            <a:r>
              <a:rPr lang="en-US" sz="1000" dirty="0"/>
              <a:t> = 5 min)</a:t>
            </a:r>
          </a:p>
          <a:p>
            <a:r>
              <a:rPr lang="en-US" sz="1000" dirty="0"/>
              <a:t>- Context variables for date range filtering</a:t>
            </a:r>
          </a:p>
          <a:p>
            <a:r>
              <a:rPr lang="en-US" sz="1000" dirty="0"/>
              <a:t>- Navigate() to User Management or detailed logs</a:t>
            </a:r>
          </a:p>
          <a:p>
            <a:endParaRPr lang="en-US" sz="1000" dirty="0"/>
          </a:p>
          <a:p>
            <a:r>
              <a:rPr lang="en-US" sz="1000" dirty="0"/>
              <a:t>ACCESSIBILITY:</a:t>
            </a:r>
          </a:p>
          <a:p>
            <a:r>
              <a:rPr lang="en-US" sz="1000" dirty="0"/>
              <a:t>- Screen reader announces metric values</a:t>
            </a:r>
          </a:p>
          <a:p>
            <a:r>
              <a:rPr lang="en-US" sz="1000" dirty="0"/>
              <a:t>- High contrast support for status indicators</a:t>
            </a:r>
          </a:p>
          <a:p>
            <a:r>
              <a:rPr lang="en-US" sz="1000" dirty="0"/>
              <a:t>- Keyboard navigation: Tab through sections</a:t>
            </a:r>
          </a:p>
          <a:p>
            <a:r>
              <a:rPr lang="en-US" sz="1000" dirty="0"/>
              <a:t>- All charts have data table alternatives</a:t>
            </a:r>
          </a:p>
          <a:p>
            <a:r>
              <a:rPr lang="en-US" sz="1000" dirty="0"/>
              <a:t>- Error severity communicated in text, not just color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6528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11533</Words>
  <Application>Microsoft Office PowerPoint</Application>
  <PresentationFormat>Widescreen</PresentationFormat>
  <Paragraphs>1796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Admin Console - Wireframes</vt:lpstr>
      <vt:lpstr>Screen 1: User Management (Edit User)</vt:lpstr>
      <vt:lpstr>Screen 1: User Management (New User)</vt:lpstr>
      <vt:lpstr>Screen 1: User Management - Technical Specs</vt:lpstr>
      <vt:lpstr>Screen 1: User Management - Technical Specs (2)</vt:lpstr>
      <vt:lpstr>Screen 2: System Configuration</vt:lpstr>
      <vt:lpstr>Screen 2: System Configuration - Technical Specs</vt:lpstr>
      <vt:lpstr>Screen 2: System Configuration - Technical Specs (2)</vt:lpstr>
      <vt:lpstr>Screen 3: System Monitoring</vt:lpstr>
      <vt:lpstr>Screen 3: System Monitoring - Technical Specs</vt:lpstr>
      <vt:lpstr>Screen 3: System Monitoring - Technical Specs (2)</vt:lpstr>
      <vt:lpstr>Screen 3: System Monitoring - Technical Specs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Rolzhausen</dc:creator>
  <cp:lastModifiedBy>John Rolzhausen</cp:lastModifiedBy>
  <cp:revision>3</cp:revision>
  <dcterms:created xsi:type="dcterms:W3CDTF">2025-11-24T13:35:46Z</dcterms:created>
  <dcterms:modified xsi:type="dcterms:W3CDTF">2025-11-25T02:27:07Z</dcterms:modified>
</cp:coreProperties>
</file>