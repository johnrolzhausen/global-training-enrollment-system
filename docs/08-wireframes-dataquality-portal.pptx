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5" r:id="rId4"/>
    <p:sldId id="264" r:id="rId5"/>
    <p:sldId id="263" r:id="rId6"/>
    <p:sldId id="266" r:id="rId7"/>
    <p:sldId id="268" r:id="rId8"/>
    <p:sldId id="267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04701-1004-425E-95F2-4F810687766F}" v="233" dt="2025-11-24T22:12:24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olzhausen" userId="f0fced98129e348e" providerId="LiveId" clId="{FAB81778-C2AB-48D5-BA9E-3E19BB729E3D}"/>
    <pc:docChg chg="undo redo custSel addSld delSld modSld sldOrd">
      <pc:chgData name="John Rolzhausen" userId="f0fced98129e348e" providerId="LiveId" clId="{FAB81778-C2AB-48D5-BA9E-3E19BB729E3D}" dt="2025-11-24T22:13:46.165" v="3059" actId="6549"/>
      <pc:docMkLst>
        <pc:docMk/>
      </pc:docMkLst>
      <pc:sldChg chg="modSp mod">
        <pc:chgData name="John Rolzhausen" userId="f0fced98129e348e" providerId="LiveId" clId="{FAB81778-C2AB-48D5-BA9E-3E19BB729E3D}" dt="2025-11-24T17:40:51.941" v="26" actId="207"/>
        <pc:sldMkLst>
          <pc:docMk/>
          <pc:sldMk cId="541631080" sldId="256"/>
        </pc:sldMkLst>
        <pc:spChg chg="mod">
          <ac:chgData name="John Rolzhausen" userId="f0fced98129e348e" providerId="LiveId" clId="{FAB81778-C2AB-48D5-BA9E-3E19BB729E3D}" dt="2025-11-24T17:40:51.941" v="26" actId="207"/>
          <ac:spMkLst>
            <pc:docMk/>
            <pc:sldMk cId="541631080" sldId="256"/>
            <ac:spMk id="2" creationId="{BA1CD438-6906-D9C9-0E77-9F81019FEE87}"/>
          </ac:spMkLst>
        </pc:spChg>
        <pc:spChg chg="mod">
          <ac:chgData name="John Rolzhausen" userId="f0fced98129e348e" providerId="LiveId" clId="{FAB81778-C2AB-48D5-BA9E-3E19BB729E3D}" dt="2025-11-24T17:40:51.452" v="25" actId="114"/>
          <ac:spMkLst>
            <pc:docMk/>
            <pc:sldMk cId="541631080" sldId="256"/>
            <ac:spMk id="3" creationId="{E0BD00E6-CE73-442F-315F-EF02A928A668}"/>
          </ac:spMkLst>
        </pc:spChg>
      </pc:sldChg>
      <pc:sldChg chg="modSp del">
        <pc:chgData name="John Rolzhausen" userId="f0fced98129e348e" providerId="LiveId" clId="{FAB81778-C2AB-48D5-BA9E-3E19BB729E3D}" dt="2025-11-24T18:20:24.331" v="703" actId="47"/>
        <pc:sldMkLst>
          <pc:docMk/>
          <pc:sldMk cId="2091095100" sldId="258"/>
        </pc:sldMkLst>
        <pc:spChg chg="mod">
          <ac:chgData name="John Rolzhausen" userId="f0fced98129e348e" providerId="LiveId" clId="{FAB81778-C2AB-48D5-BA9E-3E19BB729E3D}" dt="2025-11-24T17:34:01.249" v="2"/>
          <ac:spMkLst>
            <pc:docMk/>
            <pc:sldMk cId="2091095100" sldId="258"/>
            <ac:spMk id="2" creationId="{6E3A468F-0DCF-3907-88A2-D68E41E3ACAF}"/>
          </ac:spMkLst>
        </pc:spChg>
        <pc:spChg chg="mod">
          <ac:chgData name="John Rolzhausen" userId="f0fced98129e348e" providerId="LiveId" clId="{FAB81778-C2AB-48D5-BA9E-3E19BB729E3D}" dt="2025-11-24T17:34:11.847" v="3"/>
          <ac:spMkLst>
            <pc:docMk/>
            <pc:sldMk cId="2091095100" sldId="258"/>
            <ac:spMk id="3" creationId="{1C3CA14A-DF49-C8C3-3927-CA8B3C4DA760}"/>
          </ac:spMkLst>
        </pc:spChg>
        <pc:spChg chg="mod">
          <ac:chgData name="John Rolzhausen" userId="f0fced98129e348e" providerId="LiveId" clId="{FAB81778-C2AB-48D5-BA9E-3E19BB729E3D}" dt="2025-11-24T17:35:14.629" v="5"/>
          <ac:spMkLst>
            <pc:docMk/>
            <pc:sldMk cId="2091095100" sldId="258"/>
            <ac:spMk id="13" creationId="{A5AAE938-6BD5-1D78-A1E3-F451C06A7204}"/>
          </ac:spMkLst>
        </pc:spChg>
      </pc:sldChg>
      <pc:sldChg chg="delSp modSp add del mod">
        <pc:chgData name="John Rolzhausen" userId="f0fced98129e348e" providerId="LiveId" clId="{FAB81778-C2AB-48D5-BA9E-3E19BB729E3D}" dt="2025-11-24T19:50:54.474" v="1503" actId="47"/>
        <pc:sldMkLst>
          <pc:docMk/>
          <pc:sldMk cId="1979496785" sldId="259"/>
        </pc:sldMkLst>
        <pc:spChg chg="mod">
          <ac:chgData name="John Rolzhausen" userId="f0fced98129e348e" providerId="LiveId" clId="{FAB81778-C2AB-48D5-BA9E-3E19BB729E3D}" dt="2025-11-24T19:49:56.694" v="1495"/>
          <ac:spMkLst>
            <pc:docMk/>
            <pc:sldMk cId="1979496785" sldId="259"/>
            <ac:spMk id="2" creationId="{7EAA8AB5-C290-B8FA-5E3D-D0FAEF3A2D8D}"/>
          </ac:spMkLst>
        </pc:spChg>
        <pc:spChg chg="mod">
          <ac:chgData name="John Rolzhausen" userId="f0fced98129e348e" providerId="LiveId" clId="{FAB81778-C2AB-48D5-BA9E-3E19BB729E3D}" dt="2025-11-24T19:50:20.445" v="1497"/>
          <ac:spMkLst>
            <pc:docMk/>
            <pc:sldMk cId="1979496785" sldId="259"/>
            <ac:spMk id="3" creationId="{109FC576-B021-E9C6-A5A6-B769531D896C}"/>
          </ac:spMkLst>
        </pc:spChg>
        <pc:spChg chg="del mod">
          <ac:chgData name="John Rolzhausen" userId="f0fced98129e348e" providerId="LiveId" clId="{FAB81778-C2AB-48D5-BA9E-3E19BB729E3D}" dt="2025-11-24T19:50:37.364" v="1500" actId="478"/>
          <ac:spMkLst>
            <pc:docMk/>
            <pc:sldMk cId="1979496785" sldId="259"/>
            <ac:spMk id="5" creationId="{D49680CF-5B59-8BC6-B8D8-CE916567189E}"/>
          </ac:spMkLst>
        </pc:spChg>
        <pc:spChg chg="del">
          <ac:chgData name="John Rolzhausen" userId="f0fced98129e348e" providerId="LiveId" clId="{FAB81778-C2AB-48D5-BA9E-3E19BB729E3D}" dt="2025-11-24T19:50:34.046" v="1498" actId="478"/>
          <ac:spMkLst>
            <pc:docMk/>
            <pc:sldMk cId="1979496785" sldId="259"/>
            <ac:spMk id="7" creationId="{6F67D9D7-CF6F-1B7F-338B-20BB6E2D95A5}"/>
          </ac:spMkLst>
        </pc:spChg>
        <pc:spChg chg="del mod">
          <ac:chgData name="John Rolzhausen" userId="f0fced98129e348e" providerId="LiveId" clId="{FAB81778-C2AB-48D5-BA9E-3E19BB729E3D}" dt="2025-11-24T19:50:39.213" v="1502" actId="478"/>
          <ac:spMkLst>
            <pc:docMk/>
            <pc:sldMk cId="1979496785" sldId="259"/>
            <ac:spMk id="13" creationId="{D72163F6-B949-081B-003A-3D62CA8200A5}"/>
          </ac:spMkLst>
        </pc:spChg>
      </pc:sldChg>
      <pc:sldChg chg="del">
        <pc:chgData name="John Rolzhausen" userId="f0fced98129e348e" providerId="LiveId" clId="{FAB81778-C2AB-48D5-BA9E-3E19BB729E3D}" dt="2025-11-24T18:20:27.662" v="705" actId="47"/>
        <pc:sldMkLst>
          <pc:docMk/>
          <pc:sldMk cId="3467722913" sldId="260"/>
        </pc:sldMkLst>
      </pc:sldChg>
      <pc:sldChg chg="addSp delSp modSp add del mod ord">
        <pc:chgData name="John Rolzhausen" userId="f0fced98129e348e" providerId="LiveId" clId="{FAB81778-C2AB-48D5-BA9E-3E19BB729E3D}" dt="2025-11-24T18:16:59.568" v="702" actId="255"/>
        <pc:sldMkLst>
          <pc:docMk/>
          <pc:sldMk cId="343244891" sldId="261"/>
        </pc:sldMkLst>
        <pc:spChg chg="mod">
          <ac:chgData name="John Rolzhausen" userId="f0fced98129e348e" providerId="LiveId" clId="{FAB81778-C2AB-48D5-BA9E-3E19BB729E3D}" dt="2025-11-24T17:57:13.333" v="132" actId="27636"/>
          <ac:spMkLst>
            <pc:docMk/>
            <pc:sldMk cId="343244891" sldId="261"/>
            <ac:spMk id="2" creationId="{A2E3986A-48D7-FE60-326D-5761F00AAF59}"/>
          </ac:spMkLst>
        </pc:spChg>
        <pc:spChg chg="mod">
          <ac:chgData name="John Rolzhausen" userId="f0fced98129e348e" providerId="LiveId" clId="{FAB81778-C2AB-48D5-BA9E-3E19BB729E3D}" dt="2025-11-24T17:57:26.515" v="136" actId="27636"/>
          <ac:spMkLst>
            <pc:docMk/>
            <pc:sldMk cId="343244891" sldId="261"/>
            <ac:spMk id="3" creationId="{7CA2AD9E-B2F2-D73D-E047-C834F9D1EBA2}"/>
          </ac:spMkLst>
        </pc:spChg>
        <pc:spChg chg="del">
          <ac:chgData name="John Rolzhausen" userId="f0fced98129e348e" providerId="LiveId" clId="{FAB81778-C2AB-48D5-BA9E-3E19BB729E3D}" dt="2025-11-24T17:59:36.461" v="507" actId="478"/>
          <ac:spMkLst>
            <pc:docMk/>
            <pc:sldMk cId="343244891" sldId="261"/>
            <ac:spMk id="4" creationId="{5DCD58B5-D537-0F78-8CC0-5594209548E5}"/>
          </ac:spMkLst>
        </pc:spChg>
        <pc:spChg chg="del mod">
          <ac:chgData name="John Rolzhausen" userId="f0fced98129e348e" providerId="LiveId" clId="{FAB81778-C2AB-48D5-BA9E-3E19BB729E3D}" dt="2025-11-24T17:55:49.777" v="123" actId="478"/>
          <ac:spMkLst>
            <pc:docMk/>
            <pc:sldMk cId="343244891" sldId="261"/>
            <ac:spMk id="5" creationId="{611A99E5-FB16-413D-EA42-E3712356A182}"/>
          </ac:spMkLst>
        </pc:spChg>
        <pc:spChg chg="del">
          <ac:chgData name="John Rolzhausen" userId="f0fced98129e348e" providerId="LiveId" clId="{FAB81778-C2AB-48D5-BA9E-3E19BB729E3D}" dt="2025-11-24T17:59:37.423" v="508" actId="478"/>
          <ac:spMkLst>
            <pc:docMk/>
            <pc:sldMk cId="343244891" sldId="261"/>
            <ac:spMk id="6" creationId="{42020D29-CC33-8E79-DD7B-B9B4A7E9DE1F}"/>
          </ac:spMkLst>
        </pc:spChg>
        <pc:spChg chg="del">
          <ac:chgData name="John Rolzhausen" userId="f0fced98129e348e" providerId="LiveId" clId="{FAB81778-C2AB-48D5-BA9E-3E19BB729E3D}" dt="2025-11-24T17:55:46.041" v="121" actId="478"/>
          <ac:spMkLst>
            <pc:docMk/>
            <pc:sldMk cId="343244891" sldId="261"/>
            <ac:spMk id="7" creationId="{883337EA-4CBF-78D4-A90B-4AC8AAA120E1}"/>
          </ac:spMkLst>
        </pc:spChg>
        <pc:spChg chg="mod">
          <ac:chgData name="John Rolzhausen" userId="f0fced98129e348e" providerId="LiveId" clId="{FAB81778-C2AB-48D5-BA9E-3E19BB729E3D}" dt="2025-11-24T18:06:34.501" v="639" actId="1076"/>
          <ac:spMkLst>
            <pc:docMk/>
            <pc:sldMk cId="343244891" sldId="261"/>
            <ac:spMk id="8" creationId="{302A2791-E280-3DB8-2075-BE4D7802D69C}"/>
          </ac:spMkLst>
        </pc:spChg>
        <pc:spChg chg="mod">
          <ac:chgData name="John Rolzhausen" userId="f0fced98129e348e" providerId="LiveId" clId="{FAB81778-C2AB-48D5-BA9E-3E19BB729E3D}" dt="2025-11-24T18:12:54.124" v="680" actId="14100"/>
          <ac:spMkLst>
            <pc:docMk/>
            <pc:sldMk cId="343244891" sldId="261"/>
            <ac:spMk id="9" creationId="{0E2CA347-2964-2DE0-E314-2B0838FBEF5D}"/>
          </ac:spMkLst>
        </pc:spChg>
        <pc:spChg chg="mod">
          <ac:chgData name="John Rolzhausen" userId="f0fced98129e348e" providerId="LiveId" clId="{FAB81778-C2AB-48D5-BA9E-3E19BB729E3D}" dt="2025-11-24T18:06:55.504" v="640" actId="1076"/>
          <ac:spMkLst>
            <pc:docMk/>
            <pc:sldMk cId="343244891" sldId="261"/>
            <ac:spMk id="10" creationId="{2776EADC-8101-1CDE-8FB3-51BAB8DC53DD}"/>
          </ac:spMkLst>
        </pc:spChg>
        <pc:spChg chg="del mod">
          <ac:chgData name="John Rolzhausen" userId="f0fced98129e348e" providerId="LiveId" clId="{FAB81778-C2AB-48D5-BA9E-3E19BB729E3D}" dt="2025-11-24T18:07:04.345" v="642" actId="478"/>
          <ac:spMkLst>
            <pc:docMk/>
            <pc:sldMk cId="343244891" sldId="261"/>
            <ac:spMk id="11" creationId="{236EA23E-3481-2923-B63E-7C65A236FBA6}"/>
          </ac:spMkLst>
        </pc:spChg>
        <pc:spChg chg="del">
          <ac:chgData name="John Rolzhausen" userId="f0fced98129e348e" providerId="LiveId" clId="{FAB81778-C2AB-48D5-BA9E-3E19BB729E3D}" dt="2025-11-24T17:59:33.840" v="505" actId="478"/>
          <ac:spMkLst>
            <pc:docMk/>
            <pc:sldMk cId="343244891" sldId="261"/>
            <ac:spMk id="12" creationId="{98C13204-E8F0-6710-CBA9-206DC095A8D4}"/>
          </ac:spMkLst>
        </pc:spChg>
        <pc:spChg chg="del mod">
          <ac:chgData name="John Rolzhausen" userId="f0fced98129e348e" providerId="LiveId" clId="{FAB81778-C2AB-48D5-BA9E-3E19BB729E3D}" dt="2025-11-24T17:55:51.680" v="124" actId="478"/>
          <ac:spMkLst>
            <pc:docMk/>
            <pc:sldMk cId="343244891" sldId="261"/>
            <ac:spMk id="13" creationId="{2BA1B598-3395-F5E9-E842-48268CD87709}"/>
          </ac:spMkLst>
        </pc:spChg>
        <pc:spChg chg="del">
          <ac:chgData name="John Rolzhausen" userId="f0fced98129e348e" providerId="LiveId" clId="{FAB81778-C2AB-48D5-BA9E-3E19BB729E3D}" dt="2025-11-24T17:58:20.160" v="295" actId="478"/>
          <ac:spMkLst>
            <pc:docMk/>
            <pc:sldMk cId="343244891" sldId="261"/>
            <ac:spMk id="14" creationId="{94B3265D-625F-F6DC-A06E-98603A63CBC2}"/>
          </ac:spMkLst>
        </pc:spChg>
        <pc:spChg chg="add mod">
          <ac:chgData name="John Rolzhausen" userId="f0fced98129e348e" providerId="LiveId" clId="{FAB81778-C2AB-48D5-BA9E-3E19BB729E3D}" dt="2025-11-24T18:07:11.211" v="643" actId="1076"/>
          <ac:spMkLst>
            <pc:docMk/>
            <pc:sldMk cId="343244891" sldId="261"/>
            <ac:spMk id="15" creationId="{810D0D80-A2FD-A14E-0804-3B74E748D9B5}"/>
          </ac:spMkLst>
        </pc:spChg>
        <pc:spChg chg="add mod">
          <ac:chgData name="John Rolzhausen" userId="f0fced98129e348e" providerId="LiveId" clId="{FAB81778-C2AB-48D5-BA9E-3E19BB729E3D}" dt="2025-11-24T18:07:16.142" v="644" actId="1076"/>
          <ac:spMkLst>
            <pc:docMk/>
            <pc:sldMk cId="343244891" sldId="261"/>
            <ac:spMk id="16" creationId="{E7049CE1-F33B-EF8B-78B7-2C2B06355BC2}"/>
          </ac:spMkLst>
        </pc:spChg>
        <pc:spChg chg="del mod">
          <ac:chgData name="John Rolzhausen" userId="f0fced98129e348e" providerId="LiveId" clId="{FAB81778-C2AB-48D5-BA9E-3E19BB729E3D}" dt="2025-11-24T18:06:26.440" v="638" actId="478"/>
          <ac:spMkLst>
            <pc:docMk/>
            <pc:sldMk cId="343244891" sldId="261"/>
            <ac:spMk id="17" creationId="{E8E66B93-C8D1-3660-0A92-43C5D5F7BD15}"/>
          </ac:spMkLst>
        </pc:spChg>
        <pc:spChg chg="del">
          <ac:chgData name="John Rolzhausen" userId="f0fced98129e348e" providerId="LiveId" clId="{FAB81778-C2AB-48D5-BA9E-3E19BB729E3D}" dt="2025-11-24T17:59:39.072" v="509" actId="478"/>
          <ac:spMkLst>
            <pc:docMk/>
            <pc:sldMk cId="343244891" sldId="261"/>
            <ac:spMk id="18" creationId="{F660570C-A68D-9E02-C519-1A58002E29DC}"/>
          </ac:spMkLst>
        </pc:spChg>
        <pc:spChg chg="add mod">
          <ac:chgData name="John Rolzhausen" userId="f0fced98129e348e" providerId="LiveId" clId="{FAB81778-C2AB-48D5-BA9E-3E19BB729E3D}" dt="2025-11-24T18:07:19.909" v="645" actId="1076"/>
          <ac:spMkLst>
            <pc:docMk/>
            <pc:sldMk cId="343244891" sldId="261"/>
            <ac:spMk id="19" creationId="{D8372508-5621-45F0-910C-7C7F3B4A7565}"/>
          </ac:spMkLst>
        </pc:spChg>
        <pc:spChg chg="del">
          <ac:chgData name="John Rolzhausen" userId="f0fced98129e348e" providerId="LiveId" clId="{FAB81778-C2AB-48D5-BA9E-3E19BB729E3D}" dt="2025-11-24T17:59:34.639" v="506" actId="478"/>
          <ac:spMkLst>
            <pc:docMk/>
            <pc:sldMk cId="343244891" sldId="261"/>
            <ac:spMk id="20" creationId="{9B17A592-994A-6037-5584-96DBCB98349F}"/>
          </ac:spMkLst>
        </pc:spChg>
        <pc:spChg chg="del">
          <ac:chgData name="John Rolzhausen" userId="f0fced98129e348e" providerId="LiveId" clId="{FAB81778-C2AB-48D5-BA9E-3E19BB729E3D}" dt="2025-11-24T17:59:32.968" v="504" actId="478"/>
          <ac:spMkLst>
            <pc:docMk/>
            <pc:sldMk cId="343244891" sldId="261"/>
            <ac:spMk id="21" creationId="{2B2B873F-C79B-AA16-6A93-5CDBBDE20210}"/>
          </ac:spMkLst>
        </pc:spChg>
        <pc:spChg chg="add mod">
          <ac:chgData name="John Rolzhausen" userId="f0fced98129e348e" providerId="LiveId" clId="{FAB81778-C2AB-48D5-BA9E-3E19BB729E3D}" dt="2025-11-24T18:07:24.186" v="646" actId="1076"/>
          <ac:spMkLst>
            <pc:docMk/>
            <pc:sldMk cId="343244891" sldId="261"/>
            <ac:spMk id="22" creationId="{9156B469-5964-F2D6-C637-450F685184A9}"/>
          </ac:spMkLst>
        </pc:spChg>
        <pc:spChg chg="add mod">
          <ac:chgData name="John Rolzhausen" userId="f0fced98129e348e" providerId="LiveId" clId="{FAB81778-C2AB-48D5-BA9E-3E19BB729E3D}" dt="2025-11-24T18:07:31.981" v="647" actId="1076"/>
          <ac:spMkLst>
            <pc:docMk/>
            <pc:sldMk cId="343244891" sldId="261"/>
            <ac:spMk id="23" creationId="{BD902014-8251-1F90-F829-62024CFD390A}"/>
          </ac:spMkLst>
        </pc:spChg>
        <pc:spChg chg="add mod">
          <ac:chgData name="John Rolzhausen" userId="f0fced98129e348e" providerId="LiveId" clId="{FAB81778-C2AB-48D5-BA9E-3E19BB729E3D}" dt="2025-11-24T18:16:59.568" v="702" actId="255"/>
          <ac:spMkLst>
            <pc:docMk/>
            <pc:sldMk cId="343244891" sldId="261"/>
            <ac:spMk id="24" creationId="{FF404100-944B-BAC5-4B07-566CF78F3744}"/>
          </ac:spMkLst>
        </pc:spChg>
        <pc:spChg chg="add mod">
          <ac:chgData name="John Rolzhausen" userId="f0fced98129e348e" providerId="LiveId" clId="{FAB81778-C2AB-48D5-BA9E-3E19BB729E3D}" dt="2025-11-24T18:16:32.047" v="701" actId="255"/>
          <ac:spMkLst>
            <pc:docMk/>
            <pc:sldMk cId="343244891" sldId="261"/>
            <ac:spMk id="25" creationId="{94F1F7EE-EF51-0AA3-C8A0-E6DDED6B6D7A}"/>
          </ac:spMkLst>
        </pc:spChg>
        <pc:spChg chg="add mod">
          <ac:chgData name="John Rolzhausen" userId="f0fced98129e348e" providerId="LiveId" clId="{FAB81778-C2AB-48D5-BA9E-3E19BB729E3D}" dt="2025-11-24T18:16:03.969" v="700"/>
          <ac:spMkLst>
            <pc:docMk/>
            <pc:sldMk cId="343244891" sldId="261"/>
            <ac:spMk id="26" creationId="{48279DF2-6E3D-1D58-5ADF-052FD9F10DBB}"/>
          </ac:spMkLst>
        </pc:spChg>
        <pc:spChg chg="add mod">
          <ac:chgData name="John Rolzhausen" userId="f0fced98129e348e" providerId="LiveId" clId="{FAB81778-C2AB-48D5-BA9E-3E19BB729E3D}" dt="2025-11-24T18:15:26.171" v="695" actId="20577"/>
          <ac:spMkLst>
            <pc:docMk/>
            <pc:sldMk cId="343244891" sldId="261"/>
            <ac:spMk id="27" creationId="{275C7481-1C7E-4705-B95E-5E02F697ACDA}"/>
          </ac:spMkLst>
        </pc:spChg>
        <pc:spChg chg="add mod">
          <ac:chgData name="John Rolzhausen" userId="f0fced98129e348e" providerId="LiveId" clId="{FAB81778-C2AB-48D5-BA9E-3E19BB729E3D}" dt="2025-11-24T18:15:03.032" v="691" actId="207"/>
          <ac:spMkLst>
            <pc:docMk/>
            <pc:sldMk cId="343244891" sldId="261"/>
            <ac:spMk id="28" creationId="{6EF029DC-3485-6CE3-A3B6-1AEF99B3416D}"/>
          </ac:spMkLst>
        </pc:spChg>
        <pc:spChg chg="add mod">
          <ac:chgData name="John Rolzhausen" userId="f0fced98129e348e" providerId="LiveId" clId="{FAB81778-C2AB-48D5-BA9E-3E19BB729E3D}" dt="2025-11-24T18:15:47.388" v="697"/>
          <ac:spMkLst>
            <pc:docMk/>
            <pc:sldMk cId="343244891" sldId="261"/>
            <ac:spMk id="29" creationId="{E9BEC9F9-CB42-3400-E649-D08AB028A7DE}"/>
          </ac:spMkLst>
        </pc:spChg>
      </pc:sldChg>
      <pc:sldChg chg="addSp delSp modSp add del mod">
        <pc:chgData name="John Rolzhausen" userId="f0fced98129e348e" providerId="LiveId" clId="{FAB81778-C2AB-48D5-BA9E-3E19BB729E3D}" dt="2025-11-24T17:55:21.890" v="120" actId="47"/>
        <pc:sldMkLst>
          <pc:docMk/>
          <pc:sldMk cId="2813193644" sldId="262"/>
        </pc:sldMkLst>
        <pc:spChg chg="mod">
          <ac:chgData name="John Rolzhausen" userId="f0fced98129e348e" providerId="LiveId" clId="{FAB81778-C2AB-48D5-BA9E-3E19BB729E3D}" dt="2025-11-24T17:44:26.898" v="34" actId="27636"/>
          <ac:spMkLst>
            <pc:docMk/>
            <pc:sldMk cId="2813193644" sldId="262"/>
            <ac:spMk id="2" creationId="{9457F3CD-5A7A-1947-A16F-4B1550C01CDA}"/>
          </ac:spMkLst>
        </pc:spChg>
        <pc:spChg chg="del">
          <ac:chgData name="John Rolzhausen" userId="f0fced98129e348e" providerId="LiveId" clId="{FAB81778-C2AB-48D5-BA9E-3E19BB729E3D}" dt="2025-11-24T17:44:43.216" v="37" actId="478"/>
          <ac:spMkLst>
            <pc:docMk/>
            <pc:sldMk cId="2813193644" sldId="262"/>
            <ac:spMk id="4" creationId="{253C5809-9D4F-694C-DF33-2D44B3C0EDE3}"/>
          </ac:spMkLst>
        </pc:spChg>
        <pc:spChg chg="del mod">
          <ac:chgData name="John Rolzhausen" userId="f0fced98129e348e" providerId="LiveId" clId="{FAB81778-C2AB-48D5-BA9E-3E19BB729E3D}" dt="2025-11-24T17:45:35.328" v="57" actId="478"/>
          <ac:spMkLst>
            <pc:docMk/>
            <pc:sldMk cId="2813193644" sldId="262"/>
            <ac:spMk id="5" creationId="{4642CA8C-2E79-D2D0-E7B6-E0EED4505E00}"/>
          </ac:spMkLst>
        </pc:spChg>
        <pc:spChg chg="del mod">
          <ac:chgData name="John Rolzhausen" userId="f0fced98129e348e" providerId="LiveId" clId="{FAB81778-C2AB-48D5-BA9E-3E19BB729E3D}" dt="2025-11-24T17:44:50.208" v="41" actId="478"/>
          <ac:spMkLst>
            <pc:docMk/>
            <pc:sldMk cId="2813193644" sldId="262"/>
            <ac:spMk id="6" creationId="{5387265F-4FF2-ADB9-5808-789CCDF45807}"/>
          </ac:spMkLst>
        </pc:spChg>
        <pc:spChg chg="del">
          <ac:chgData name="John Rolzhausen" userId="f0fced98129e348e" providerId="LiveId" clId="{FAB81778-C2AB-48D5-BA9E-3E19BB729E3D}" dt="2025-11-24T17:45:03.551" v="51" actId="478"/>
          <ac:spMkLst>
            <pc:docMk/>
            <pc:sldMk cId="2813193644" sldId="262"/>
            <ac:spMk id="7" creationId="{96E8F678-64DF-9F70-5A6F-6C43FD46377D}"/>
          </ac:spMkLst>
        </pc:spChg>
        <pc:spChg chg="del">
          <ac:chgData name="John Rolzhausen" userId="f0fced98129e348e" providerId="LiveId" clId="{FAB81778-C2AB-48D5-BA9E-3E19BB729E3D}" dt="2025-11-24T17:45:05.640" v="53" actId="478"/>
          <ac:spMkLst>
            <pc:docMk/>
            <pc:sldMk cId="2813193644" sldId="262"/>
            <ac:spMk id="8" creationId="{922D6772-CC16-16F8-5B6E-705331713787}"/>
          </ac:spMkLst>
        </pc:spChg>
        <pc:spChg chg="del">
          <ac:chgData name="John Rolzhausen" userId="f0fced98129e348e" providerId="LiveId" clId="{FAB81778-C2AB-48D5-BA9E-3E19BB729E3D}" dt="2025-11-24T17:44:39.628" v="35" actId="478"/>
          <ac:spMkLst>
            <pc:docMk/>
            <pc:sldMk cId="2813193644" sldId="262"/>
            <ac:spMk id="9" creationId="{DF693470-EBB9-656E-25D6-5B6F95F2A512}"/>
          </ac:spMkLst>
        </pc:spChg>
        <pc:spChg chg="del">
          <ac:chgData name="John Rolzhausen" userId="f0fced98129e348e" providerId="LiveId" clId="{FAB81778-C2AB-48D5-BA9E-3E19BB729E3D}" dt="2025-11-24T17:44:59.071" v="47" actId="478"/>
          <ac:spMkLst>
            <pc:docMk/>
            <pc:sldMk cId="2813193644" sldId="262"/>
            <ac:spMk id="10" creationId="{60A66F81-4347-324B-F21F-A48C0CFE49D2}"/>
          </ac:spMkLst>
        </pc:spChg>
        <pc:spChg chg="del">
          <ac:chgData name="John Rolzhausen" userId="f0fced98129e348e" providerId="LiveId" clId="{FAB81778-C2AB-48D5-BA9E-3E19BB729E3D}" dt="2025-11-24T17:44:52.714" v="42" actId="478"/>
          <ac:spMkLst>
            <pc:docMk/>
            <pc:sldMk cId="2813193644" sldId="262"/>
            <ac:spMk id="11" creationId="{52104BF4-39A3-4CEF-FF55-E4413EEC0CE2}"/>
          </ac:spMkLst>
        </pc:spChg>
        <pc:spChg chg="del">
          <ac:chgData name="John Rolzhausen" userId="f0fced98129e348e" providerId="LiveId" clId="{FAB81778-C2AB-48D5-BA9E-3E19BB729E3D}" dt="2025-11-24T17:45:01.184" v="49" actId="478"/>
          <ac:spMkLst>
            <pc:docMk/>
            <pc:sldMk cId="2813193644" sldId="262"/>
            <ac:spMk id="12" creationId="{3B19530F-9502-0C2F-E9F9-8D1EA53D615F}"/>
          </ac:spMkLst>
        </pc:spChg>
        <pc:spChg chg="del mod">
          <ac:chgData name="John Rolzhausen" userId="f0fced98129e348e" providerId="LiveId" clId="{FAB81778-C2AB-48D5-BA9E-3E19BB729E3D}" dt="2025-11-24T17:45:33.402" v="55" actId="478"/>
          <ac:spMkLst>
            <pc:docMk/>
            <pc:sldMk cId="2813193644" sldId="262"/>
            <ac:spMk id="13" creationId="{11628F7A-82D4-9510-84D4-CAB06D312551}"/>
          </ac:spMkLst>
        </pc:spChg>
        <pc:spChg chg="del mod">
          <ac:chgData name="John Rolzhausen" userId="f0fced98129e348e" providerId="LiveId" clId="{FAB81778-C2AB-48D5-BA9E-3E19BB729E3D}" dt="2025-11-24T17:44:57.328" v="46" actId="478"/>
          <ac:spMkLst>
            <pc:docMk/>
            <pc:sldMk cId="2813193644" sldId="262"/>
            <ac:spMk id="14" creationId="{00EF021B-0758-77FE-108E-5C808B7DAA8D}"/>
          </ac:spMkLst>
        </pc:spChg>
        <pc:spChg chg="add mod">
          <ac:chgData name="John Rolzhausen" userId="f0fced98129e348e" providerId="LiveId" clId="{FAB81778-C2AB-48D5-BA9E-3E19BB729E3D}" dt="2025-11-24T17:51:17.077" v="87" actId="6549"/>
          <ac:spMkLst>
            <pc:docMk/>
            <pc:sldMk cId="2813193644" sldId="262"/>
            <ac:spMk id="15" creationId="{B9B8C798-2358-2B75-6310-189D277E41BD}"/>
          </ac:spMkLst>
        </pc:spChg>
        <pc:spChg chg="add del mod">
          <ac:chgData name="John Rolzhausen" userId="f0fced98129e348e" providerId="LiveId" clId="{FAB81778-C2AB-48D5-BA9E-3E19BB729E3D}" dt="2025-11-24T17:48:24.417" v="69" actId="478"/>
          <ac:spMkLst>
            <pc:docMk/>
            <pc:sldMk cId="2813193644" sldId="262"/>
            <ac:spMk id="16" creationId="{A8B1B461-439A-4E36-D660-1B43F0BD10FD}"/>
          </ac:spMkLst>
        </pc:spChg>
        <pc:spChg chg="del mod">
          <ac:chgData name="John Rolzhausen" userId="f0fced98129e348e" providerId="LiveId" clId="{FAB81778-C2AB-48D5-BA9E-3E19BB729E3D}" dt="2025-11-24T17:44:55.177" v="44" actId="478"/>
          <ac:spMkLst>
            <pc:docMk/>
            <pc:sldMk cId="2813193644" sldId="262"/>
            <ac:spMk id="17" creationId="{74647C59-F67A-69FA-C821-5DA3C7FB1A89}"/>
          </ac:spMkLst>
        </pc:spChg>
        <pc:spChg chg="del">
          <ac:chgData name="John Rolzhausen" userId="f0fced98129e348e" providerId="LiveId" clId="{FAB81778-C2AB-48D5-BA9E-3E19BB729E3D}" dt="2025-11-24T17:44:41.416" v="36" actId="478"/>
          <ac:spMkLst>
            <pc:docMk/>
            <pc:sldMk cId="2813193644" sldId="262"/>
            <ac:spMk id="18" creationId="{34002F74-E9A2-4687-7FEA-F83A4ECE4CB3}"/>
          </ac:spMkLst>
        </pc:spChg>
        <pc:spChg chg="add del mod">
          <ac:chgData name="John Rolzhausen" userId="f0fced98129e348e" providerId="LiveId" clId="{FAB81778-C2AB-48D5-BA9E-3E19BB729E3D}" dt="2025-11-24T17:49:20.009" v="76" actId="478"/>
          <ac:spMkLst>
            <pc:docMk/>
            <pc:sldMk cId="2813193644" sldId="262"/>
            <ac:spMk id="19" creationId="{25FC41D2-8E2D-4B8B-962A-21732CCA6176}"/>
          </ac:spMkLst>
        </pc:spChg>
        <pc:spChg chg="del">
          <ac:chgData name="John Rolzhausen" userId="f0fced98129e348e" providerId="LiveId" clId="{FAB81778-C2AB-48D5-BA9E-3E19BB729E3D}" dt="2025-11-24T17:45:00.431" v="48" actId="478"/>
          <ac:spMkLst>
            <pc:docMk/>
            <pc:sldMk cId="2813193644" sldId="262"/>
            <ac:spMk id="20" creationId="{F268B8FE-F876-D449-7645-A3FBEA0EA030}"/>
          </ac:spMkLst>
        </pc:spChg>
        <pc:spChg chg="del mod">
          <ac:chgData name="John Rolzhausen" userId="f0fced98129e348e" providerId="LiveId" clId="{FAB81778-C2AB-48D5-BA9E-3E19BB729E3D}" dt="2025-11-24T17:45:04.176" v="52" actId="478"/>
          <ac:spMkLst>
            <pc:docMk/>
            <pc:sldMk cId="2813193644" sldId="262"/>
            <ac:spMk id="21" creationId="{6078BCF1-FA4B-309F-B5C4-E4084A4D0B50}"/>
          </ac:spMkLst>
        </pc:spChg>
        <pc:spChg chg="add mod">
          <ac:chgData name="John Rolzhausen" userId="f0fced98129e348e" providerId="LiveId" clId="{FAB81778-C2AB-48D5-BA9E-3E19BB729E3D}" dt="2025-11-24T17:51:25.449" v="88" actId="1076"/>
          <ac:spMkLst>
            <pc:docMk/>
            <pc:sldMk cId="2813193644" sldId="262"/>
            <ac:spMk id="22" creationId="{4EDB53EA-D78D-41CC-EF62-D5333386BA34}"/>
          </ac:spMkLst>
        </pc:spChg>
        <pc:spChg chg="add mod">
          <ac:chgData name="John Rolzhausen" userId="f0fced98129e348e" providerId="LiveId" clId="{FAB81778-C2AB-48D5-BA9E-3E19BB729E3D}" dt="2025-11-24T17:50:18.547" v="84" actId="6549"/>
          <ac:spMkLst>
            <pc:docMk/>
            <pc:sldMk cId="2813193644" sldId="262"/>
            <ac:spMk id="23" creationId="{6512EF11-3E15-CB10-8AC2-E9A10285EEE0}"/>
          </ac:spMkLst>
        </pc:spChg>
      </pc:sldChg>
      <pc:sldChg chg="new del">
        <pc:chgData name="John Rolzhausen" userId="f0fced98129e348e" providerId="LiveId" clId="{FAB81778-C2AB-48D5-BA9E-3E19BB729E3D}" dt="2025-11-24T17:36:38.546" v="13" actId="47"/>
        <pc:sldMkLst>
          <pc:docMk/>
          <pc:sldMk cId="3878684774" sldId="262"/>
        </pc:sldMkLst>
      </pc:sldChg>
      <pc:sldChg chg="addSp delSp modSp add mod ord">
        <pc:chgData name="John Rolzhausen" userId="f0fced98129e348e" providerId="LiveId" clId="{FAB81778-C2AB-48D5-BA9E-3E19BB729E3D}" dt="2025-11-24T19:45:42.769" v="1483"/>
        <pc:sldMkLst>
          <pc:docMk/>
          <pc:sldMk cId="2475428312" sldId="263"/>
        </pc:sldMkLst>
        <pc:spChg chg="mod">
          <ac:chgData name="John Rolzhausen" userId="f0fced98129e348e" providerId="LiveId" clId="{FAB81778-C2AB-48D5-BA9E-3E19BB729E3D}" dt="2025-11-24T19:45:42.769" v="1483"/>
          <ac:spMkLst>
            <pc:docMk/>
            <pc:sldMk cId="2475428312" sldId="263"/>
            <ac:spMk id="2" creationId="{CED8233C-16F7-3326-258E-7CA97ADDD01F}"/>
          </ac:spMkLst>
        </pc:spChg>
        <pc:spChg chg="del">
          <ac:chgData name="John Rolzhausen" userId="f0fced98129e348e" providerId="LiveId" clId="{FAB81778-C2AB-48D5-BA9E-3E19BB729E3D}" dt="2025-11-24T17:52:12.860" v="96" actId="478"/>
          <ac:spMkLst>
            <pc:docMk/>
            <pc:sldMk cId="2475428312" sldId="263"/>
            <ac:spMk id="3" creationId="{F706B2CB-B98E-241D-1824-462651917BCA}"/>
          </ac:spMkLst>
        </pc:spChg>
        <pc:spChg chg="add del mod">
          <ac:chgData name="John Rolzhausen" userId="f0fced98129e348e" providerId="LiveId" clId="{FAB81778-C2AB-48D5-BA9E-3E19BB729E3D}" dt="2025-11-24T17:52:18.577" v="97" actId="478"/>
          <ac:spMkLst>
            <pc:docMk/>
            <pc:sldMk cId="2475428312" sldId="263"/>
            <ac:spMk id="5" creationId="{DE9EB617-E65F-EDFD-B865-CB0181D05A27}"/>
          </ac:spMkLst>
        </pc:spChg>
        <pc:spChg chg="add mod">
          <ac:chgData name="John Rolzhausen" userId="f0fced98129e348e" providerId="LiveId" clId="{FAB81778-C2AB-48D5-BA9E-3E19BB729E3D}" dt="2025-11-24T18:30:01.668" v="758" actId="6549"/>
          <ac:spMkLst>
            <pc:docMk/>
            <pc:sldMk cId="2475428312" sldId="263"/>
            <ac:spMk id="6" creationId="{C9E13E78-CFC9-839D-F91F-1DE1FCB83D12}"/>
          </ac:spMkLst>
        </pc:spChg>
        <pc:spChg chg="add mod">
          <ac:chgData name="John Rolzhausen" userId="f0fced98129e348e" providerId="LiveId" clId="{FAB81778-C2AB-48D5-BA9E-3E19BB729E3D}" dt="2025-11-24T18:31:23.655" v="773" actId="6549"/>
          <ac:spMkLst>
            <pc:docMk/>
            <pc:sldMk cId="2475428312" sldId="263"/>
            <ac:spMk id="7" creationId="{078CC7FC-5B56-145F-B842-35D8F8B8A2CA}"/>
          </ac:spMkLst>
        </pc:spChg>
        <pc:spChg chg="mod">
          <ac:chgData name="John Rolzhausen" userId="f0fced98129e348e" providerId="LiveId" clId="{FAB81778-C2AB-48D5-BA9E-3E19BB729E3D}" dt="2025-11-24T17:55:13.183" v="119" actId="6549"/>
          <ac:spMkLst>
            <pc:docMk/>
            <pc:sldMk cId="2475428312" sldId="263"/>
            <ac:spMk id="15" creationId="{2478689C-3B96-26E3-A86A-92AF019D2AE3}"/>
          </ac:spMkLst>
        </pc:spChg>
        <pc:spChg chg="del mod">
          <ac:chgData name="John Rolzhausen" userId="f0fced98129e348e" providerId="LiveId" clId="{FAB81778-C2AB-48D5-BA9E-3E19BB729E3D}" dt="2025-11-24T17:53:12.031" v="103" actId="478"/>
          <ac:spMkLst>
            <pc:docMk/>
            <pc:sldMk cId="2475428312" sldId="263"/>
            <ac:spMk id="22" creationId="{7A845B09-F866-6DD4-07B6-F5D9B2AF2DBA}"/>
          </ac:spMkLst>
        </pc:spChg>
        <pc:spChg chg="del mod">
          <ac:chgData name="John Rolzhausen" userId="f0fced98129e348e" providerId="LiveId" clId="{FAB81778-C2AB-48D5-BA9E-3E19BB729E3D}" dt="2025-11-24T17:53:14.456" v="104" actId="478"/>
          <ac:spMkLst>
            <pc:docMk/>
            <pc:sldMk cId="2475428312" sldId="263"/>
            <ac:spMk id="23" creationId="{1827D825-8C28-E791-CF3B-967F0491DB49}"/>
          </ac:spMkLst>
        </pc:spChg>
      </pc:sldChg>
      <pc:sldChg chg="add del">
        <pc:chgData name="John Rolzhausen" userId="f0fced98129e348e" providerId="LiveId" clId="{FAB81778-C2AB-48D5-BA9E-3E19BB729E3D}" dt="2025-11-24T17:56:45.561" v="128" actId="47"/>
        <pc:sldMkLst>
          <pc:docMk/>
          <pc:sldMk cId="553048967" sldId="264"/>
        </pc:sldMkLst>
      </pc:sldChg>
      <pc:sldChg chg="addSp delSp modSp add mod ord">
        <pc:chgData name="John Rolzhausen" userId="f0fced98129e348e" providerId="LiveId" clId="{FAB81778-C2AB-48D5-BA9E-3E19BB729E3D}" dt="2025-11-24T19:43:30.540" v="1482" actId="14100"/>
        <pc:sldMkLst>
          <pc:docMk/>
          <pc:sldMk cId="2138627487" sldId="264"/>
        </pc:sldMkLst>
        <pc:spChg chg="mod">
          <ac:chgData name="John Rolzhausen" userId="f0fced98129e348e" providerId="LiveId" clId="{FAB81778-C2AB-48D5-BA9E-3E19BB729E3D}" dt="2025-11-24T18:21:37.366" v="712"/>
          <ac:spMkLst>
            <pc:docMk/>
            <pc:sldMk cId="2138627487" sldId="264"/>
            <ac:spMk id="2" creationId="{890C1BF7-19FF-701F-9848-A29929014BDE}"/>
          </ac:spMkLst>
        </pc:spChg>
        <pc:spChg chg="mod">
          <ac:chgData name="John Rolzhausen" userId="f0fced98129e348e" providerId="LiveId" clId="{FAB81778-C2AB-48D5-BA9E-3E19BB729E3D}" dt="2025-11-24T18:22:04.637" v="714"/>
          <ac:spMkLst>
            <pc:docMk/>
            <pc:sldMk cId="2138627487" sldId="264"/>
            <ac:spMk id="3" creationId="{81AAE640-F765-4BD2-0A2F-E08194238179}"/>
          </ac:spMkLst>
        </pc:spChg>
        <pc:spChg chg="add mod">
          <ac:chgData name="John Rolzhausen" userId="f0fced98129e348e" providerId="LiveId" clId="{FAB81778-C2AB-48D5-BA9E-3E19BB729E3D}" dt="2025-11-24T18:48:36.907" v="1133" actId="1076"/>
          <ac:spMkLst>
            <pc:docMk/>
            <pc:sldMk cId="2138627487" sldId="264"/>
            <ac:spMk id="4" creationId="{B2C2F119-84BA-725E-7A62-70E19321929E}"/>
          </ac:spMkLst>
        </pc:spChg>
        <pc:spChg chg="add del mod">
          <ac:chgData name="John Rolzhausen" userId="f0fced98129e348e" providerId="LiveId" clId="{FAB81778-C2AB-48D5-BA9E-3E19BB729E3D}" dt="2025-11-24T18:33:44.840" v="784" actId="478"/>
          <ac:spMkLst>
            <pc:docMk/>
            <pc:sldMk cId="2138627487" sldId="264"/>
            <ac:spMk id="5" creationId="{7DAA31BC-C7BE-EE9C-14E4-4A8508458A71}"/>
          </ac:spMkLst>
        </pc:spChg>
        <pc:spChg chg="add del mod">
          <ac:chgData name="John Rolzhausen" userId="f0fced98129e348e" providerId="LiveId" clId="{FAB81778-C2AB-48D5-BA9E-3E19BB729E3D}" dt="2025-11-24T18:36:58.942" v="841"/>
          <ac:spMkLst>
            <pc:docMk/>
            <pc:sldMk cId="2138627487" sldId="264"/>
            <ac:spMk id="6" creationId="{BC64DA48-5046-C52B-9141-8BAB0B74F9F4}"/>
          </ac:spMkLst>
        </pc:spChg>
        <pc:spChg chg="add mod">
          <ac:chgData name="John Rolzhausen" userId="f0fced98129e348e" providerId="LiveId" clId="{FAB81778-C2AB-48D5-BA9E-3E19BB729E3D}" dt="2025-11-24T18:57:06.315" v="1290" actId="14100"/>
          <ac:spMkLst>
            <pc:docMk/>
            <pc:sldMk cId="2138627487" sldId="264"/>
            <ac:spMk id="7" creationId="{CC1879A4-490F-51E7-DDA5-52A43AFA03A2}"/>
          </ac:spMkLst>
        </pc:spChg>
        <pc:spChg chg="del">
          <ac:chgData name="John Rolzhausen" userId="f0fced98129e348e" providerId="LiveId" clId="{FAB81778-C2AB-48D5-BA9E-3E19BB729E3D}" dt="2025-11-24T18:32:26.064" v="775" actId="478"/>
          <ac:spMkLst>
            <pc:docMk/>
            <pc:sldMk cId="2138627487" sldId="264"/>
            <ac:spMk id="9" creationId="{CB984669-817D-B47D-93BC-3D31B85FEE84}"/>
          </ac:spMkLst>
        </pc:spChg>
        <pc:spChg chg="mod">
          <ac:chgData name="John Rolzhausen" userId="f0fced98129e348e" providerId="LiveId" clId="{FAB81778-C2AB-48D5-BA9E-3E19BB729E3D}" dt="2025-11-24T18:23:50.139" v="728" actId="113"/>
          <ac:spMkLst>
            <pc:docMk/>
            <pc:sldMk cId="2138627487" sldId="264"/>
            <ac:spMk id="10" creationId="{426E6AA8-2421-DE34-9484-8E654955EDA3}"/>
          </ac:spMkLst>
        </pc:spChg>
        <pc:spChg chg="add mod">
          <ac:chgData name="John Rolzhausen" userId="f0fced98129e348e" providerId="LiveId" clId="{FAB81778-C2AB-48D5-BA9E-3E19BB729E3D}" dt="2025-11-24T19:36:45.798" v="1344" actId="20577"/>
          <ac:spMkLst>
            <pc:docMk/>
            <pc:sldMk cId="2138627487" sldId="264"/>
            <ac:spMk id="11" creationId="{14BA8CF0-DDF0-3766-D31C-56E409FCCC58}"/>
          </ac:spMkLst>
        </pc:spChg>
        <pc:spChg chg="add mod">
          <ac:chgData name="John Rolzhausen" userId="f0fced98129e348e" providerId="LiveId" clId="{FAB81778-C2AB-48D5-BA9E-3E19BB729E3D}" dt="2025-11-24T18:43:06.535" v="976" actId="571"/>
          <ac:spMkLst>
            <pc:docMk/>
            <pc:sldMk cId="2138627487" sldId="264"/>
            <ac:spMk id="12" creationId="{F9EBAE97-CAD2-3DF6-26CD-B0FA6A461527}"/>
          </ac:spMkLst>
        </pc:spChg>
        <pc:spChg chg="add del mod">
          <ac:chgData name="John Rolzhausen" userId="f0fced98129e348e" providerId="LiveId" clId="{FAB81778-C2AB-48D5-BA9E-3E19BB729E3D}" dt="2025-11-24T18:54:29.198" v="1244" actId="478"/>
          <ac:spMkLst>
            <pc:docMk/>
            <pc:sldMk cId="2138627487" sldId="264"/>
            <ac:spMk id="13" creationId="{82D05F11-9344-0BA6-D078-B54262DDA111}"/>
          </ac:spMkLst>
        </pc:spChg>
        <pc:spChg chg="add mod">
          <ac:chgData name="John Rolzhausen" userId="f0fced98129e348e" providerId="LiveId" clId="{FAB81778-C2AB-48D5-BA9E-3E19BB729E3D}" dt="2025-11-24T19:34:24.295" v="1299" actId="14100"/>
          <ac:spMkLst>
            <pc:docMk/>
            <pc:sldMk cId="2138627487" sldId="264"/>
            <ac:spMk id="14" creationId="{FF59BF29-BE9D-1EB9-F96A-3DDA2FACD374}"/>
          </ac:spMkLst>
        </pc:spChg>
        <pc:spChg chg="del">
          <ac:chgData name="John Rolzhausen" userId="f0fced98129e348e" providerId="LiveId" clId="{FAB81778-C2AB-48D5-BA9E-3E19BB729E3D}" dt="2025-11-24T18:23:53.543" v="729" actId="478"/>
          <ac:spMkLst>
            <pc:docMk/>
            <pc:sldMk cId="2138627487" sldId="264"/>
            <ac:spMk id="15" creationId="{6A843735-C2A5-83BD-C5C4-E59CF95011FE}"/>
          </ac:spMkLst>
        </pc:spChg>
        <pc:spChg chg="del">
          <ac:chgData name="John Rolzhausen" userId="f0fced98129e348e" providerId="LiveId" clId="{FAB81778-C2AB-48D5-BA9E-3E19BB729E3D}" dt="2025-11-24T18:23:54.191" v="730" actId="478"/>
          <ac:spMkLst>
            <pc:docMk/>
            <pc:sldMk cId="2138627487" sldId="264"/>
            <ac:spMk id="16" creationId="{ED1A2A8F-CC56-9476-DE42-48E32F5D7C79}"/>
          </ac:spMkLst>
        </pc:spChg>
        <pc:spChg chg="add mod">
          <ac:chgData name="John Rolzhausen" userId="f0fced98129e348e" providerId="LiveId" clId="{FAB81778-C2AB-48D5-BA9E-3E19BB729E3D}" dt="2025-11-24T19:35:22.205" v="1340" actId="20577"/>
          <ac:spMkLst>
            <pc:docMk/>
            <pc:sldMk cId="2138627487" sldId="264"/>
            <ac:spMk id="17" creationId="{6EB0D10D-1914-02B7-D6AE-5A78814FD1F0}"/>
          </ac:spMkLst>
        </pc:spChg>
        <pc:spChg chg="add mod">
          <ac:chgData name="John Rolzhausen" userId="f0fced98129e348e" providerId="LiveId" clId="{FAB81778-C2AB-48D5-BA9E-3E19BB729E3D}" dt="2025-11-24T19:39:24.780" v="1383" actId="1076"/>
          <ac:spMkLst>
            <pc:docMk/>
            <pc:sldMk cId="2138627487" sldId="264"/>
            <ac:spMk id="18" creationId="{572FA2C2-019F-8E51-65C4-F6E81F8F9889}"/>
          </ac:spMkLst>
        </pc:spChg>
        <pc:spChg chg="del mod">
          <ac:chgData name="John Rolzhausen" userId="f0fced98129e348e" providerId="LiveId" clId="{FAB81778-C2AB-48D5-BA9E-3E19BB729E3D}" dt="2025-11-24T18:23:57.548" v="733" actId="478"/>
          <ac:spMkLst>
            <pc:docMk/>
            <pc:sldMk cId="2138627487" sldId="264"/>
            <ac:spMk id="19" creationId="{F5C6D6D6-9186-2CAA-9895-1AE946155017}"/>
          </ac:spMkLst>
        </pc:spChg>
        <pc:spChg chg="add mod">
          <ac:chgData name="John Rolzhausen" userId="f0fced98129e348e" providerId="LiveId" clId="{FAB81778-C2AB-48D5-BA9E-3E19BB729E3D}" dt="2025-11-24T19:42:44.169" v="1474" actId="207"/>
          <ac:spMkLst>
            <pc:docMk/>
            <pc:sldMk cId="2138627487" sldId="264"/>
            <ac:spMk id="20" creationId="{BEDDC7D8-04A0-C9B9-FB3C-F0D1BFEE808A}"/>
          </ac:spMkLst>
        </pc:spChg>
        <pc:spChg chg="add mod">
          <ac:chgData name="John Rolzhausen" userId="f0fced98129e348e" providerId="LiveId" clId="{FAB81778-C2AB-48D5-BA9E-3E19BB729E3D}" dt="2025-11-24T19:42:09.890" v="1468" actId="207"/>
          <ac:spMkLst>
            <pc:docMk/>
            <pc:sldMk cId="2138627487" sldId="264"/>
            <ac:spMk id="21" creationId="{0AF5FFE1-83DB-5702-6384-2A10AD4CF3E1}"/>
          </ac:spMkLst>
        </pc:spChg>
        <pc:spChg chg="del mod">
          <ac:chgData name="John Rolzhausen" userId="f0fced98129e348e" providerId="LiveId" clId="{FAB81778-C2AB-48D5-BA9E-3E19BB729E3D}" dt="2025-11-24T18:23:58.481" v="734" actId="478"/>
          <ac:spMkLst>
            <pc:docMk/>
            <pc:sldMk cId="2138627487" sldId="264"/>
            <ac:spMk id="22" creationId="{AD058D86-E319-E1C4-9045-856A401DF06B}"/>
          </ac:spMkLst>
        </pc:spChg>
        <pc:spChg chg="del mod">
          <ac:chgData name="John Rolzhausen" userId="f0fced98129e348e" providerId="LiveId" clId="{FAB81778-C2AB-48D5-BA9E-3E19BB729E3D}" dt="2025-11-24T18:24:10.711" v="736" actId="478"/>
          <ac:spMkLst>
            <pc:docMk/>
            <pc:sldMk cId="2138627487" sldId="264"/>
            <ac:spMk id="23" creationId="{6AF698CD-3CDA-34BF-7C33-94DCF9089C8E}"/>
          </ac:spMkLst>
        </pc:spChg>
        <pc:spChg chg="mod">
          <ac:chgData name="John Rolzhausen" userId="f0fced98129e348e" providerId="LiveId" clId="{FAB81778-C2AB-48D5-BA9E-3E19BB729E3D}" dt="2025-11-24T18:29:59.594" v="753" actId="1076"/>
          <ac:spMkLst>
            <pc:docMk/>
            <pc:sldMk cId="2138627487" sldId="264"/>
            <ac:spMk id="24" creationId="{1304F940-26DD-DD49-FBD7-A7329CBD4035}"/>
          </ac:spMkLst>
        </pc:spChg>
        <pc:spChg chg="del mod">
          <ac:chgData name="John Rolzhausen" userId="f0fced98129e348e" providerId="LiveId" clId="{FAB81778-C2AB-48D5-BA9E-3E19BB729E3D}" dt="2025-11-24T18:32:30.358" v="776" actId="478"/>
          <ac:spMkLst>
            <pc:docMk/>
            <pc:sldMk cId="2138627487" sldId="264"/>
            <ac:spMk id="25" creationId="{AE7EF488-DF9E-367C-FAD4-521129DB1D27}"/>
          </ac:spMkLst>
        </pc:spChg>
        <pc:spChg chg="del mod">
          <ac:chgData name="John Rolzhausen" userId="f0fced98129e348e" providerId="LiveId" clId="{FAB81778-C2AB-48D5-BA9E-3E19BB729E3D}" dt="2025-11-24T18:32:33.896" v="778" actId="478"/>
          <ac:spMkLst>
            <pc:docMk/>
            <pc:sldMk cId="2138627487" sldId="264"/>
            <ac:spMk id="26" creationId="{7E1F5ABE-B17B-7A7F-CF74-454D3D3010A3}"/>
          </ac:spMkLst>
        </pc:spChg>
        <pc:spChg chg="del">
          <ac:chgData name="John Rolzhausen" userId="f0fced98129e348e" providerId="LiveId" clId="{FAB81778-C2AB-48D5-BA9E-3E19BB729E3D}" dt="2025-11-24T18:42:59.810" v="974" actId="21"/>
          <ac:spMkLst>
            <pc:docMk/>
            <pc:sldMk cId="2138627487" sldId="264"/>
            <ac:spMk id="27" creationId="{C1ECFC68-54FD-7438-F084-55A55DE8AFC9}"/>
          </ac:spMkLst>
        </pc:spChg>
        <pc:spChg chg="del">
          <ac:chgData name="John Rolzhausen" userId="f0fced98129e348e" providerId="LiveId" clId="{FAB81778-C2AB-48D5-BA9E-3E19BB729E3D}" dt="2025-11-24T18:42:59.810" v="974" actId="21"/>
          <ac:spMkLst>
            <pc:docMk/>
            <pc:sldMk cId="2138627487" sldId="264"/>
            <ac:spMk id="28" creationId="{99279F58-AFB7-31AE-8A3C-C18E484B74B1}"/>
          </ac:spMkLst>
        </pc:spChg>
        <pc:spChg chg="del">
          <ac:chgData name="John Rolzhausen" userId="f0fced98129e348e" providerId="LiveId" clId="{FAB81778-C2AB-48D5-BA9E-3E19BB729E3D}" dt="2025-11-24T18:42:59.810" v="974" actId="21"/>
          <ac:spMkLst>
            <pc:docMk/>
            <pc:sldMk cId="2138627487" sldId="264"/>
            <ac:spMk id="29" creationId="{5BAFAAF8-6223-0253-44CA-922362528D69}"/>
          </ac:spMkLst>
        </pc:spChg>
        <pc:spChg chg="add mod">
          <ac:chgData name="John Rolzhausen" userId="f0fced98129e348e" providerId="LiveId" clId="{FAB81778-C2AB-48D5-BA9E-3E19BB729E3D}" dt="2025-11-24T19:42:32.065" v="1472" actId="207"/>
          <ac:spMkLst>
            <pc:docMk/>
            <pc:sldMk cId="2138627487" sldId="264"/>
            <ac:spMk id="30" creationId="{7BCCEB63-E92F-8212-B75B-9B6BC685048F}"/>
          </ac:spMkLst>
        </pc:spChg>
        <pc:spChg chg="add del mod">
          <ac:chgData name="John Rolzhausen" userId="f0fced98129e348e" providerId="LiveId" clId="{FAB81778-C2AB-48D5-BA9E-3E19BB729E3D}" dt="2025-11-24T19:38:57.495" v="1379" actId="478"/>
          <ac:spMkLst>
            <pc:docMk/>
            <pc:sldMk cId="2138627487" sldId="264"/>
            <ac:spMk id="31" creationId="{34161653-F38B-A085-427B-88E2E14A5BBE}"/>
          </ac:spMkLst>
        </pc:spChg>
        <pc:spChg chg="add del mod">
          <ac:chgData name="John Rolzhausen" userId="f0fced98129e348e" providerId="LiveId" clId="{FAB81778-C2AB-48D5-BA9E-3E19BB729E3D}" dt="2025-11-24T19:38:57.495" v="1379" actId="478"/>
          <ac:spMkLst>
            <pc:docMk/>
            <pc:sldMk cId="2138627487" sldId="264"/>
            <ac:spMk id="32" creationId="{3FE218C2-4303-81E1-3F84-34682393D632}"/>
          </ac:spMkLst>
        </pc:spChg>
        <pc:spChg chg="add del mod">
          <ac:chgData name="John Rolzhausen" userId="f0fced98129e348e" providerId="LiveId" clId="{FAB81778-C2AB-48D5-BA9E-3E19BB729E3D}" dt="2025-11-24T19:38:57.495" v="1379" actId="478"/>
          <ac:spMkLst>
            <pc:docMk/>
            <pc:sldMk cId="2138627487" sldId="264"/>
            <ac:spMk id="33" creationId="{68E6C044-D6D1-0A0D-2C48-674568E46A8D}"/>
          </ac:spMkLst>
        </pc:spChg>
        <pc:spChg chg="add mod">
          <ac:chgData name="John Rolzhausen" userId="f0fced98129e348e" providerId="LiveId" clId="{FAB81778-C2AB-48D5-BA9E-3E19BB729E3D}" dt="2025-11-24T19:42:55.074" v="1476" actId="207"/>
          <ac:spMkLst>
            <pc:docMk/>
            <pc:sldMk cId="2138627487" sldId="264"/>
            <ac:spMk id="34" creationId="{71989FE0-94AF-50C2-D90A-30C7DE8665C8}"/>
          </ac:spMkLst>
        </pc:spChg>
        <pc:spChg chg="add mod">
          <ac:chgData name="John Rolzhausen" userId="f0fced98129e348e" providerId="LiveId" clId="{FAB81778-C2AB-48D5-BA9E-3E19BB729E3D}" dt="2025-11-24T19:43:30.540" v="1482" actId="14100"/>
          <ac:spMkLst>
            <pc:docMk/>
            <pc:sldMk cId="2138627487" sldId="264"/>
            <ac:spMk id="36" creationId="{094DA57D-1062-8B4B-0826-D6868C46315D}"/>
          </ac:spMkLst>
        </pc:spChg>
      </pc:sldChg>
      <pc:sldChg chg="modSp add ord">
        <pc:chgData name="John Rolzhausen" userId="f0fced98129e348e" providerId="LiveId" clId="{FAB81778-C2AB-48D5-BA9E-3E19BB729E3D}" dt="2025-11-24T18:30:07.405" v="760"/>
        <pc:sldMkLst>
          <pc:docMk/>
          <pc:sldMk cId="552849500" sldId="265"/>
        </pc:sldMkLst>
        <pc:spChg chg="mod">
          <ac:chgData name="John Rolzhausen" userId="f0fced98129e348e" providerId="LiveId" clId="{FAB81778-C2AB-48D5-BA9E-3E19BB729E3D}" dt="2025-11-24T18:30:00.703" v="755"/>
          <ac:spMkLst>
            <pc:docMk/>
            <pc:sldMk cId="552849500" sldId="265"/>
            <ac:spMk id="15" creationId="{6A7538DD-9580-A6E8-B2B3-533A1151D60A}"/>
          </ac:spMkLst>
        </pc:spChg>
      </pc:sldChg>
      <pc:sldChg chg="add del">
        <pc:chgData name="John Rolzhausen" userId="f0fced98129e348e" providerId="LiveId" clId="{FAB81778-C2AB-48D5-BA9E-3E19BB729E3D}" dt="2025-11-24T18:29:53.232" v="746" actId="2890"/>
        <pc:sldMkLst>
          <pc:docMk/>
          <pc:sldMk cId="2108268007" sldId="266"/>
        </pc:sldMkLst>
      </pc:sldChg>
      <pc:sldChg chg="delSp modSp add mod">
        <pc:chgData name="John Rolzhausen" userId="f0fced98129e348e" providerId="LiveId" clId="{FAB81778-C2AB-48D5-BA9E-3E19BB729E3D}" dt="2025-11-24T19:45:51.533" v="1488" actId="20577"/>
        <pc:sldMkLst>
          <pc:docMk/>
          <pc:sldMk cId="2972217979" sldId="266"/>
        </pc:sldMkLst>
        <pc:spChg chg="mod">
          <ac:chgData name="John Rolzhausen" userId="f0fced98129e348e" providerId="LiveId" clId="{FAB81778-C2AB-48D5-BA9E-3E19BB729E3D}" dt="2025-11-24T19:45:51.533" v="1488" actId="20577"/>
          <ac:spMkLst>
            <pc:docMk/>
            <pc:sldMk cId="2972217979" sldId="266"/>
            <ac:spMk id="2" creationId="{A0138B88-B804-9B01-0EA9-F0C391AA7B7B}"/>
          </ac:spMkLst>
        </pc:spChg>
        <pc:spChg chg="mod">
          <ac:chgData name="John Rolzhausen" userId="f0fced98129e348e" providerId="LiveId" clId="{FAB81778-C2AB-48D5-BA9E-3E19BB729E3D}" dt="2025-11-24T18:30:51.308" v="765"/>
          <ac:spMkLst>
            <pc:docMk/>
            <pc:sldMk cId="2972217979" sldId="266"/>
            <ac:spMk id="6" creationId="{00CDA56A-EC5F-FFE3-4862-B1A193580CA2}"/>
          </ac:spMkLst>
        </pc:spChg>
        <pc:spChg chg="del mod">
          <ac:chgData name="John Rolzhausen" userId="f0fced98129e348e" providerId="LiveId" clId="{FAB81778-C2AB-48D5-BA9E-3E19BB729E3D}" dt="2025-11-24T18:31:03.985" v="768" actId="478"/>
          <ac:spMkLst>
            <pc:docMk/>
            <pc:sldMk cId="2972217979" sldId="266"/>
            <ac:spMk id="7" creationId="{883CBCCA-6FA9-A02D-58B4-BF8E2A80A8B5}"/>
          </ac:spMkLst>
        </pc:spChg>
        <pc:spChg chg="mod">
          <ac:chgData name="John Rolzhausen" userId="f0fced98129e348e" providerId="LiveId" clId="{FAB81778-C2AB-48D5-BA9E-3E19BB729E3D}" dt="2025-11-24T18:30:57.298" v="766" actId="6549"/>
          <ac:spMkLst>
            <pc:docMk/>
            <pc:sldMk cId="2972217979" sldId="266"/>
            <ac:spMk id="15" creationId="{7A816269-B37A-8A61-6F52-D2D1AFB9C204}"/>
          </ac:spMkLst>
        </pc:spChg>
      </pc:sldChg>
      <pc:sldChg chg="modSp add mod ord">
        <pc:chgData name="John Rolzhausen" userId="f0fced98129e348e" providerId="LiveId" clId="{FAB81778-C2AB-48D5-BA9E-3E19BB729E3D}" dt="2025-11-24T20:36:59.516" v="2336" actId="20577"/>
        <pc:sldMkLst>
          <pc:docMk/>
          <pc:sldMk cId="4147148968" sldId="267"/>
        </pc:sldMkLst>
        <pc:spChg chg="mod">
          <ac:chgData name="John Rolzhausen" userId="f0fced98129e348e" providerId="LiveId" clId="{FAB81778-C2AB-48D5-BA9E-3E19BB729E3D}" dt="2025-11-24T20:36:59.516" v="2336" actId="20577"/>
          <ac:spMkLst>
            <pc:docMk/>
            <pc:sldMk cId="4147148968" sldId="267"/>
            <ac:spMk id="2" creationId="{8DD943B2-E4C7-A63A-B616-C7E6DA67032D}"/>
          </ac:spMkLst>
        </pc:spChg>
        <pc:spChg chg="mod">
          <ac:chgData name="John Rolzhausen" userId="f0fced98129e348e" providerId="LiveId" clId="{FAB81778-C2AB-48D5-BA9E-3E19BB729E3D}" dt="2025-11-24T20:00:46.769" v="1555" actId="6549"/>
          <ac:spMkLst>
            <pc:docMk/>
            <pc:sldMk cId="4147148968" sldId="267"/>
            <ac:spMk id="6" creationId="{496A2199-DA59-D4CC-1BFA-1FD81A16E4CF}"/>
          </ac:spMkLst>
        </pc:spChg>
        <pc:spChg chg="mod">
          <ac:chgData name="John Rolzhausen" userId="f0fced98129e348e" providerId="LiveId" clId="{FAB81778-C2AB-48D5-BA9E-3E19BB729E3D}" dt="2025-11-24T20:00:39.627" v="1554" actId="6549"/>
          <ac:spMkLst>
            <pc:docMk/>
            <pc:sldMk cId="4147148968" sldId="267"/>
            <ac:spMk id="7" creationId="{4F23429C-8464-E77A-5F54-640AE3BF83B5}"/>
          </ac:spMkLst>
        </pc:spChg>
        <pc:spChg chg="mod">
          <ac:chgData name="John Rolzhausen" userId="f0fced98129e348e" providerId="LiveId" clId="{FAB81778-C2AB-48D5-BA9E-3E19BB729E3D}" dt="2025-11-24T20:00:53.496" v="1556" actId="6549"/>
          <ac:spMkLst>
            <pc:docMk/>
            <pc:sldMk cId="4147148968" sldId="267"/>
            <ac:spMk id="15" creationId="{3A052C6C-D6B5-F255-C8D6-04912A39BCF4}"/>
          </ac:spMkLst>
        </pc:spChg>
      </pc:sldChg>
      <pc:sldChg chg="addSp delSp modSp add mod ord">
        <pc:chgData name="John Rolzhausen" userId="f0fced98129e348e" providerId="LiveId" clId="{FAB81778-C2AB-48D5-BA9E-3E19BB729E3D}" dt="2025-11-24T20:32:59.678" v="2334" actId="207"/>
        <pc:sldMkLst>
          <pc:docMk/>
          <pc:sldMk cId="3202500457" sldId="268"/>
        </pc:sldMkLst>
        <pc:spChg chg="mod">
          <ac:chgData name="John Rolzhausen" userId="f0fced98129e348e" providerId="LiveId" clId="{FAB81778-C2AB-48D5-BA9E-3E19BB729E3D}" dt="2025-11-24T19:51:22.932" v="1507"/>
          <ac:spMkLst>
            <pc:docMk/>
            <pc:sldMk cId="3202500457" sldId="268"/>
            <ac:spMk id="2" creationId="{ED95ED6F-A2B6-5E80-B64A-3FEBCC98DEEA}"/>
          </ac:spMkLst>
        </pc:spChg>
        <pc:spChg chg="mod">
          <ac:chgData name="John Rolzhausen" userId="f0fced98129e348e" providerId="LiveId" clId="{FAB81778-C2AB-48D5-BA9E-3E19BB729E3D}" dt="2025-11-24T19:51:33.588" v="1508"/>
          <ac:spMkLst>
            <pc:docMk/>
            <pc:sldMk cId="3202500457" sldId="268"/>
            <ac:spMk id="3" creationId="{235A52CE-C411-21E2-CBD2-FDEEBCDF51AF}"/>
          </ac:spMkLst>
        </pc:spChg>
        <pc:spChg chg="add mod">
          <ac:chgData name="John Rolzhausen" userId="f0fced98129e348e" providerId="LiveId" clId="{FAB81778-C2AB-48D5-BA9E-3E19BB729E3D}" dt="2025-11-24T19:52:44.208" v="1517"/>
          <ac:spMkLst>
            <pc:docMk/>
            <pc:sldMk cId="3202500457" sldId="268"/>
            <ac:spMk id="4" creationId="{DF75FA40-764C-FAF6-1AC7-0C0413DCAEDE}"/>
          </ac:spMkLst>
        </pc:spChg>
        <pc:spChg chg="add mod">
          <ac:chgData name="John Rolzhausen" userId="f0fced98129e348e" providerId="LiveId" clId="{FAB81778-C2AB-48D5-BA9E-3E19BB729E3D}" dt="2025-11-24T20:01:55.762" v="1558" actId="255"/>
          <ac:spMkLst>
            <pc:docMk/>
            <pc:sldMk cId="3202500457" sldId="268"/>
            <ac:spMk id="5" creationId="{D45124F0-4A8D-8DF0-A89C-3FBF703EB9AC}"/>
          </ac:spMkLst>
        </pc:spChg>
        <pc:spChg chg="add mod">
          <ac:chgData name="John Rolzhausen" userId="f0fced98129e348e" providerId="LiveId" clId="{FAB81778-C2AB-48D5-BA9E-3E19BB729E3D}" dt="2025-11-24T20:31:07.775" v="2204" actId="1076"/>
          <ac:spMkLst>
            <pc:docMk/>
            <pc:sldMk cId="3202500457" sldId="268"/>
            <ac:spMk id="6" creationId="{2FD6C8D6-594A-818A-0F29-8C7F267739DD}"/>
          </ac:spMkLst>
        </pc:spChg>
        <pc:spChg chg="add mod">
          <ac:chgData name="John Rolzhausen" userId="f0fced98129e348e" providerId="LiveId" clId="{FAB81778-C2AB-48D5-BA9E-3E19BB729E3D}" dt="2025-11-24T20:30:27.651" v="2201"/>
          <ac:spMkLst>
            <pc:docMk/>
            <pc:sldMk cId="3202500457" sldId="268"/>
            <ac:spMk id="7" creationId="{9EB3D627-ECB4-2461-1B49-7F2197A3FA98}"/>
          </ac:spMkLst>
        </pc:spChg>
        <pc:spChg chg="add del">
          <ac:chgData name="John Rolzhausen" userId="f0fced98129e348e" providerId="LiveId" clId="{FAB81778-C2AB-48D5-BA9E-3E19BB729E3D}" dt="2025-11-24T19:54:58.196" v="1531" actId="478"/>
          <ac:spMkLst>
            <pc:docMk/>
            <pc:sldMk cId="3202500457" sldId="268"/>
            <ac:spMk id="9" creationId="{8C97591C-9864-8571-FF01-1ED83225DB5E}"/>
          </ac:spMkLst>
        </pc:spChg>
        <pc:spChg chg="del">
          <ac:chgData name="John Rolzhausen" userId="f0fced98129e348e" providerId="LiveId" clId="{FAB81778-C2AB-48D5-BA9E-3E19BB729E3D}" dt="2025-11-24T19:52:24.960" v="1514" actId="478"/>
          <ac:spMkLst>
            <pc:docMk/>
            <pc:sldMk cId="3202500457" sldId="268"/>
            <ac:spMk id="10" creationId="{5D943AA5-DDC8-ABD1-1D5A-5EA7E9F63B16}"/>
          </ac:spMkLst>
        </pc:spChg>
        <pc:spChg chg="del">
          <ac:chgData name="John Rolzhausen" userId="f0fced98129e348e" providerId="LiveId" clId="{FAB81778-C2AB-48D5-BA9E-3E19BB729E3D}" dt="2025-11-24T19:52:12.365" v="1509" actId="478"/>
          <ac:spMkLst>
            <pc:docMk/>
            <pc:sldMk cId="3202500457" sldId="268"/>
            <ac:spMk id="15" creationId="{2D551737-1D05-4966-4A23-4F339497C2B0}"/>
          </ac:spMkLst>
        </pc:spChg>
        <pc:spChg chg="del">
          <ac:chgData name="John Rolzhausen" userId="f0fced98129e348e" providerId="LiveId" clId="{FAB81778-C2AB-48D5-BA9E-3E19BB729E3D}" dt="2025-11-24T19:52:14.060" v="1510" actId="478"/>
          <ac:spMkLst>
            <pc:docMk/>
            <pc:sldMk cId="3202500457" sldId="268"/>
            <ac:spMk id="16" creationId="{F8A37C11-DAC6-CAAB-73ED-5A6AF920A859}"/>
          </ac:spMkLst>
        </pc:spChg>
        <pc:spChg chg="del mod">
          <ac:chgData name="John Rolzhausen" userId="f0fced98129e348e" providerId="LiveId" clId="{FAB81778-C2AB-48D5-BA9E-3E19BB729E3D}" dt="2025-11-24T19:52:16.285" v="1512" actId="478"/>
          <ac:spMkLst>
            <pc:docMk/>
            <pc:sldMk cId="3202500457" sldId="268"/>
            <ac:spMk id="19" creationId="{2C3643EA-9F20-FB38-72E3-E28BBB1CA603}"/>
          </ac:spMkLst>
        </pc:spChg>
        <pc:spChg chg="del">
          <ac:chgData name="John Rolzhausen" userId="f0fced98129e348e" providerId="LiveId" clId="{FAB81778-C2AB-48D5-BA9E-3E19BB729E3D}" dt="2025-11-24T19:52:17.154" v="1513" actId="478"/>
          <ac:spMkLst>
            <pc:docMk/>
            <pc:sldMk cId="3202500457" sldId="268"/>
            <ac:spMk id="22" creationId="{2AA440BF-5BF9-D052-DD8D-6AF6A7F099DD}"/>
          </ac:spMkLst>
        </pc:spChg>
        <pc:spChg chg="del mod">
          <ac:chgData name="John Rolzhausen" userId="f0fced98129e348e" providerId="LiveId" clId="{FAB81778-C2AB-48D5-BA9E-3E19BB729E3D}" dt="2025-11-24T19:54:50.349" v="1526" actId="478"/>
          <ac:spMkLst>
            <pc:docMk/>
            <pc:sldMk cId="3202500457" sldId="268"/>
            <ac:spMk id="23" creationId="{DB0A201A-8B0C-3C56-EBE2-EF06CA2B4E11}"/>
          </ac:spMkLst>
        </pc:spChg>
        <pc:spChg chg="del mod">
          <ac:chgData name="John Rolzhausen" userId="f0fced98129e348e" providerId="LiveId" clId="{FAB81778-C2AB-48D5-BA9E-3E19BB729E3D}" dt="2025-11-24T19:55:00.948" v="1532" actId="478"/>
          <ac:spMkLst>
            <pc:docMk/>
            <pc:sldMk cId="3202500457" sldId="268"/>
            <ac:spMk id="24" creationId="{73877B72-A702-1E4A-0828-E9BE5DBC36E6}"/>
          </ac:spMkLst>
        </pc:spChg>
        <pc:spChg chg="del">
          <ac:chgData name="John Rolzhausen" userId="f0fced98129e348e" providerId="LiveId" clId="{FAB81778-C2AB-48D5-BA9E-3E19BB729E3D}" dt="2025-11-24T19:55:03.614" v="1533" actId="478"/>
          <ac:spMkLst>
            <pc:docMk/>
            <pc:sldMk cId="3202500457" sldId="268"/>
            <ac:spMk id="25" creationId="{D7B0A109-62ED-F0D1-FB49-4CFBE35DA534}"/>
          </ac:spMkLst>
        </pc:spChg>
        <pc:spChg chg="del mod">
          <ac:chgData name="John Rolzhausen" userId="f0fced98129e348e" providerId="LiveId" clId="{FAB81778-C2AB-48D5-BA9E-3E19BB729E3D}" dt="2025-11-24T19:55:06.908" v="1535" actId="478"/>
          <ac:spMkLst>
            <pc:docMk/>
            <pc:sldMk cId="3202500457" sldId="268"/>
            <ac:spMk id="26" creationId="{FD853BEF-ABE1-D63C-17DE-D3A156B781BD}"/>
          </ac:spMkLst>
        </pc:spChg>
        <pc:spChg chg="mod">
          <ac:chgData name="John Rolzhausen" userId="f0fced98129e348e" providerId="LiveId" clId="{FAB81778-C2AB-48D5-BA9E-3E19BB729E3D}" dt="2025-11-24T20:31:33.395" v="2253" actId="20577"/>
          <ac:spMkLst>
            <pc:docMk/>
            <pc:sldMk cId="3202500457" sldId="268"/>
            <ac:spMk id="27" creationId="{1C913FD1-729C-7931-300F-91503AEA35B4}"/>
          </ac:spMkLst>
        </pc:spChg>
        <pc:spChg chg="mod">
          <ac:chgData name="John Rolzhausen" userId="f0fced98129e348e" providerId="LiveId" clId="{FAB81778-C2AB-48D5-BA9E-3E19BB729E3D}" dt="2025-11-24T20:32:42.267" v="2332" actId="207"/>
          <ac:spMkLst>
            <pc:docMk/>
            <pc:sldMk cId="3202500457" sldId="268"/>
            <ac:spMk id="28" creationId="{19A159EA-54C6-553F-F114-A801249DB896}"/>
          </ac:spMkLst>
        </pc:spChg>
        <pc:spChg chg="mod">
          <ac:chgData name="John Rolzhausen" userId="f0fced98129e348e" providerId="LiveId" clId="{FAB81778-C2AB-48D5-BA9E-3E19BB729E3D}" dt="2025-11-24T20:32:59.678" v="2334" actId="207"/>
          <ac:spMkLst>
            <pc:docMk/>
            <pc:sldMk cId="3202500457" sldId="268"/>
            <ac:spMk id="29" creationId="{5BB8D49B-6DA8-156D-D532-408512DD6474}"/>
          </ac:spMkLst>
        </pc:spChg>
      </pc:sldChg>
      <pc:sldChg chg="modSp add mod">
        <pc:chgData name="John Rolzhausen" userId="f0fced98129e348e" providerId="LiveId" clId="{FAB81778-C2AB-48D5-BA9E-3E19BB729E3D}" dt="2025-11-24T20:37:05.259" v="2337"/>
        <pc:sldMkLst>
          <pc:docMk/>
          <pc:sldMk cId="2446892681" sldId="269"/>
        </pc:sldMkLst>
        <pc:spChg chg="mod">
          <ac:chgData name="John Rolzhausen" userId="f0fced98129e348e" providerId="LiveId" clId="{FAB81778-C2AB-48D5-BA9E-3E19BB729E3D}" dt="2025-11-24T20:37:05.259" v="2337"/>
          <ac:spMkLst>
            <pc:docMk/>
            <pc:sldMk cId="2446892681" sldId="269"/>
            <ac:spMk id="2" creationId="{782EA5C5-C952-6157-1767-1BB075CAA40D}"/>
          </ac:spMkLst>
        </pc:spChg>
        <pc:spChg chg="mod">
          <ac:chgData name="John Rolzhausen" userId="f0fced98129e348e" providerId="LiveId" clId="{FAB81778-C2AB-48D5-BA9E-3E19BB729E3D}" dt="2025-11-24T20:00:29.587" v="1553" actId="6549"/>
          <ac:spMkLst>
            <pc:docMk/>
            <pc:sldMk cId="2446892681" sldId="269"/>
            <ac:spMk id="6" creationId="{955C02CC-2E65-81B7-ABA4-A59BAD67B658}"/>
          </ac:spMkLst>
        </pc:spChg>
        <pc:spChg chg="mod">
          <ac:chgData name="John Rolzhausen" userId="f0fced98129e348e" providerId="LiveId" clId="{FAB81778-C2AB-48D5-BA9E-3E19BB729E3D}" dt="2025-11-24T20:00:06.132" v="1549"/>
          <ac:spMkLst>
            <pc:docMk/>
            <pc:sldMk cId="2446892681" sldId="269"/>
            <ac:spMk id="7" creationId="{6FE7CCCC-5DC9-2839-8F53-2CA21094EF38}"/>
          </ac:spMkLst>
        </pc:spChg>
        <pc:spChg chg="mod">
          <ac:chgData name="John Rolzhausen" userId="f0fced98129e348e" providerId="LiveId" clId="{FAB81778-C2AB-48D5-BA9E-3E19BB729E3D}" dt="2025-11-24T20:00:23.348" v="1552" actId="20577"/>
          <ac:spMkLst>
            <pc:docMk/>
            <pc:sldMk cId="2446892681" sldId="269"/>
            <ac:spMk id="15" creationId="{E9FDC450-1E80-8C01-E27D-5D4321C62185}"/>
          </ac:spMkLst>
        </pc:spChg>
      </pc:sldChg>
      <pc:sldChg chg="addSp delSp modSp add mod ord">
        <pc:chgData name="John Rolzhausen" userId="f0fced98129e348e" providerId="LiveId" clId="{FAB81778-C2AB-48D5-BA9E-3E19BB729E3D}" dt="2025-11-24T22:09:07.440" v="2967" actId="20577"/>
        <pc:sldMkLst>
          <pc:docMk/>
          <pc:sldMk cId="1376577602" sldId="270"/>
        </pc:sldMkLst>
        <pc:spChg chg="mod">
          <ac:chgData name="John Rolzhausen" userId="f0fced98129e348e" providerId="LiveId" clId="{FAB81778-C2AB-48D5-BA9E-3E19BB729E3D}" dt="2025-11-24T22:09:07.440" v="2967" actId="20577"/>
          <ac:spMkLst>
            <pc:docMk/>
            <pc:sldMk cId="1376577602" sldId="270"/>
            <ac:spMk id="2" creationId="{AE81CF5B-4568-1FB2-365B-B9FD2BBCC0D1}"/>
          </ac:spMkLst>
        </pc:spChg>
        <pc:spChg chg="mod">
          <ac:chgData name="John Rolzhausen" userId="f0fced98129e348e" providerId="LiveId" clId="{FAB81778-C2AB-48D5-BA9E-3E19BB729E3D}" dt="2025-11-24T21:22:27.015" v="2342"/>
          <ac:spMkLst>
            <pc:docMk/>
            <pc:sldMk cId="1376577602" sldId="270"/>
            <ac:spMk id="3" creationId="{6D9960A2-5414-6F48-082B-535CF5B863E7}"/>
          </ac:spMkLst>
        </pc:spChg>
        <pc:spChg chg="add del mod">
          <ac:chgData name="John Rolzhausen" userId="f0fced98129e348e" providerId="LiveId" clId="{FAB81778-C2AB-48D5-BA9E-3E19BB729E3D}" dt="2025-11-24T22:08:22.733" v="2939"/>
          <ac:spMkLst>
            <pc:docMk/>
            <pc:sldMk cId="1376577602" sldId="270"/>
            <ac:spMk id="4" creationId="{B16725CC-F8F7-C7B9-1DB4-EBCCF8E72449}"/>
          </ac:spMkLst>
        </pc:spChg>
        <pc:spChg chg="add mod">
          <ac:chgData name="John Rolzhausen" userId="f0fced98129e348e" providerId="LiveId" clId="{FAB81778-C2AB-48D5-BA9E-3E19BB729E3D}" dt="2025-11-24T22:04:48.819" v="2915" actId="1076"/>
          <ac:spMkLst>
            <pc:docMk/>
            <pc:sldMk cId="1376577602" sldId="270"/>
            <ac:spMk id="5" creationId="{64595316-0CEF-6E07-FDE2-3134DBBBCB27}"/>
          </ac:spMkLst>
        </pc:spChg>
        <pc:spChg chg="del mod">
          <ac:chgData name="John Rolzhausen" userId="f0fced98129e348e" providerId="LiveId" clId="{FAB81778-C2AB-48D5-BA9E-3E19BB729E3D}" dt="2025-11-24T21:24:12.673" v="2356" actId="478"/>
          <ac:spMkLst>
            <pc:docMk/>
            <pc:sldMk cId="1376577602" sldId="270"/>
            <ac:spMk id="7" creationId="{C20BE404-F5CA-99F1-FB41-3BC47A5F8E80}"/>
          </ac:spMkLst>
        </pc:spChg>
        <pc:spChg chg="add del">
          <ac:chgData name="John Rolzhausen" userId="f0fced98129e348e" providerId="LiveId" clId="{FAB81778-C2AB-48D5-BA9E-3E19BB729E3D}" dt="2025-11-24T21:33:40.839" v="2429" actId="22"/>
          <ac:spMkLst>
            <pc:docMk/>
            <pc:sldMk cId="1376577602" sldId="270"/>
            <ac:spMk id="9" creationId="{3C8CF4D2-3999-C5EF-8379-2D065EC1F93F}"/>
          </ac:spMkLst>
        </pc:spChg>
        <pc:spChg chg="mod">
          <ac:chgData name="John Rolzhausen" userId="f0fced98129e348e" providerId="LiveId" clId="{FAB81778-C2AB-48D5-BA9E-3E19BB729E3D}" dt="2025-11-24T21:23:05.558" v="2346" actId="113"/>
          <ac:spMkLst>
            <pc:docMk/>
            <pc:sldMk cId="1376577602" sldId="270"/>
            <ac:spMk id="10" creationId="{EEA281A1-0E77-084B-5368-307C0C5A65A8}"/>
          </ac:spMkLst>
        </pc:spChg>
        <pc:spChg chg="del mod">
          <ac:chgData name="John Rolzhausen" userId="f0fced98129e348e" providerId="LiveId" clId="{FAB81778-C2AB-48D5-BA9E-3E19BB729E3D}" dt="2025-11-24T21:24:20.979" v="2361" actId="478"/>
          <ac:spMkLst>
            <pc:docMk/>
            <pc:sldMk cId="1376577602" sldId="270"/>
            <ac:spMk id="11" creationId="{2A98106F-009F-7ECC-8190-72C6338D3C36}"/>
          </ac:spMkLst>
        </pc:spChg>
        <pc:spChg chg="add mod">
          <ac:chgData name="John Rolzhausen" userId="f0fced98129e348e" providerId="LiveId" clId="{FAB81778-C2AB-48D5-BA9E-3E19BB729E3D}" dt="2025-11-24T22:06:53.708" v="2929" actId="14100"/>
          <ac:spMkLst>
            <pc:docMk/>
            <pc:sldMk cId="1376577602" sldId="270"/>
            <ac:spMk id="12" creationId="{0593CE96-467E-FA2B-C2E6-6CACFAD301D6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13" creationId="{AAB0186A-C5EF-7DBE-76B7-5A6B184869A9}"/>
          </ac:spMkLst>
        </pc:spChg>
        <pc:spChg chg="del mod">
          <ac:chgData name="John Rolzhausen" userId="f0fced98129e348e" providerId="LiveId" clId="{FAB81778-C2AB-48D5-BA9E-3E19BB729E3D}" dt="2025-11-24T21:24:11.415" v="2355" actId="478"/>
          <ac:spMkLst>
            <pc:docMk/>
            <pc:sldMk cId="1376577602" sldId="270"/>
            <ac:spMk id="14" creationId="{2B897132-2EDC-FCB8-72C5-B954F86FB02E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16" creationId="{35536144-B9B7-0A76-BB48-431C884273E1}"/>
          </ac:spMkLst>
        </pc:spChg>
        <pc:spChg chg="del">
          <ac:chgData name="John Rolzhausen" userId="f0fced98129e348e" providerId="LiveId" clId="{FAB81778-C2AB-48D5-BA9E-3E19BB729E3D}" dt="2025-11-24T21:24:17.043" v="2359" actId="478"/>
          <ac:spMkLst>
            <pc:docMk/>
            <pc:sldMk cId="1376577602" sldId="270"/>
            <ac:spMk id="17" creationId="{C12C02B6-3D59-0D6F-BEDF-4AD2FFFD15B7}"/>
          </ac:spMkLst>
        </pc:spChg>
        <pc:spChg chg="del mod">
          <ac:chgData name="John Rolzhausen" userId="f0fced98129e348e" providerId="LiveId" clId="{FAB81778-C2AB-48D5-BA9E-3E19BB729E3D}" dt="2025-11-24T21:24:15.962" v="2358" actId="478"/>
          <ac:spMkLst>
            <pc:docMk/>
            <pc:sldMk cId="1376577602" sldId="270"/>
            <ac:spMk id="18" creationId="{EE09856C-1B7E-E1FB-F59C-D25232E9B6D1}"/>
          </ac:spMkLst>
        </pc:spChg>
        <pc:spChg chg="del">
          <ac:chgData name="John Rolzhausen" userId="f0fced98129e348e" providerId="LiveId" clId="{FAB81778-C2AB-48D5-BA9E-3E19BB729E3D}" dt="2025-11-24T21:24:29.954" v="2366" actId="478"/>
          <ac:spMkLst>
            <pc:docMk/>
            <pc:sldMk cId="1376577602" sldId="270"/>
            <ac:spMk id="20" creationId="{16E230DA-DE61-7EB7-123F-16CD4FB9EB75}"/>
          </ac:spMkLst>
        </pc:spChg>
        <pc:spChg chg="del mod">
          <ac:chgData name="John Rolzhausen" userId="f0fced98129e348e" providerId="LiveId" clId="{FAB81778-C2AB-48D5-BA9E-3E19BB729E3D}" dt="2025-11-24T21:24:28.745" v="2365" actId="478"/>
          <ac:spMkLst>
            <pc:docMk/>
            <pc:sldMk cId="1376577602" sldId="270"/>
            <ac:spMk id="21" creationId="{3471B379-5591-3662-29E1-2B11069A7A6E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23" creationId="{328BCF22-48D6-9E40-CDB9-09FBF3BD4355}"/>
          </ac:spMkLst>
        </pc:spChg>
        <pc:spChg chg="mod">
          <ac:chgData name="John Rolzhausen" userId="f0fced98129e348e" providerId="LiveId" clId="{FAB81778-C2AB-48D5-BA9E-3E19BB729E3D}" dt="2025-11-24T22:04:43.282" v="2914" actId="14100"/>
          <ac:spMkLst>
            <pc:docMk/>
            <pc:sldMk cId="1376577602" sldId="270"/>
            <ac:spMk id="24" creationId="{3AA7BB41-61DC-42F8-6132-BAEA1AE157B9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25" creationId="{2EC9D412-DDD8-81F7-8857-6F403EE2DBD0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26" creationId="{954E8AB6-DC31-B507-6285-B589E257A129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27" creationId="{844F8114-C13C-1B4F-B5FD-89E2ED3529C7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29" creationId="{BF2EAB06-FF89-EBF5-94E6-6BA07C0829BA}"/>
          </ac:spMkLst>
        </pc:spChg>
        <pc:spChg chg="del mod">
          <ac:chgData name="John Rolzhausen" userId="f0fced98129e348e" providerId="LiveId" clId="{FAB81778-C2AB-48D5-BA9E-3E19BB729E3D}" dt="2025-11-24T21:24:26.835" v="2364" actId="478"/>
          <ac:spMkLst>
            <pc:docMk/>
            <pc:sldMk cId="1376577602" sldId="270"/>
            <ac:spMk id="30" creationId="{27259683-5264-68AB-7D73-22FC8E9C9547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31" creationId="{5C627087-666A-DE43-77C9-1484EA6BD72E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32" creationId="{62DB45DF-F551-0C3A-302A-E0C1F56DE5DF}"/>
          </ac:spMkLst>
        </pc:spChg>
        <pc:spChg chg="del">
          <ac:chgData name="John Rolzhausen" userId="f0fced98129e348e" providerId="LiveId" clId="{FAB81778-C2AB-48D5-BA9E-3E19BB729E3D}" dt="2025-11-24T21:24:31.096" v="2367" actId="478"/>
          <ac:spMkLst>
            <pc:docMk/>
            <pc:sldMk cId="1376577602" sldId="270"/>
            <ac:spMk id="34" creationId="{CDE9DF3D-7FC7-FE03-FA08-4F65E2A7B095}"/>
          </ac:spMkLst>
        </pc:spChg>
        <pc:spChg chg="add">
          <ac:chgData name="John Rolzhausen" userId="f0fced98129e348e" providerId="LiveId" clId="{FAB81778-C2AB-48D5-BA9E-3E19BB729E3D}" dt="2025-11-24T21:38:12.113" v="2457"/>
          <ac:spMkLst>
            <pc:docMk/>
            <pc:sldMk cId="1376577602" sldId="270"/>
            <ac:spMk id="35" creationId="{260B1B93-9403-3205-4508-82C3ECA697AE}"/>
          </ac:spMkLst>
        </pc:spChg>
        <pc:spChg chg="del">
          <ac:chgData name="John Rolzhausen" userId="f0fced98129e348e" providerId="LiveId" clId="{FAB81778-C2AB-48D5-BA9E-3E19BB729E3D}" dt="2025-11-24T21:24:32.289" v="2368" actId="478"/>
          <ac:spMkLst>
            <pc:docMk/>
            <pc:sldMk cId="1376577602" sldId="270"/>
            <ac:spMk id="36" creationId="{A0637A1A-18E1-3F10-E654-05E7531310BA}"/>
          </ac:spMkLst>
        </pc:spChg>
        <pc:spChg chg="add del mod">
          <ac:chgData name="John Rolzhausen" userId="f0fced98129e348e" providerId="LiveId" clId="{FAB81778-C2AB-48D5-BA9E-3E19BB729E3D}" dt="2025-11-24T22:01:47.209" v="2875" actId="478"/>
          <ac:spMkLst>
            <pc:docMk/>
            <pc:sldMk cId="1376577602" sldId="270"/>
            <ac:spMk id="37" creationId="{E0A889F9-DA6B-1E2C-11EA-17FB6C9B8DBB}"/>
          </ac:spMkLst>
        </pc:spChg>
        <pc:spChg chg="add mod">
          <ac:chgData name="John Rolzhausen" userId="f0fced98129e348e" providerId="LiveId" clId="{FAB81778-C2AB-48D5-BA9E-3E19BB729E3D}" dt="2025-11-24T22:08:55.424" v="2947" actId="1076"/>
          <ac:spMkLst>
            <pc:docMk/>
            <pc:sldMk cId="1376577602" sldId="270"/>
            <ac:spMk id="38" creationId="{E36431D6-D897-4DE6-956F-AE8DFA805328}"/>
          </ac:spMkLst>
        </pc:spChg>
        <pc:spChg chg="add del mod">
          <ac:chgData name="John Rolzhausen" userId="f0fced98129e348e" providerId="LiveId" clId="{FAB81778-C2AB-48D5-BA9E-3E19BB729E3D}" dt="2025-11-24T22:07:46.098" v="2934" actId="478"/>
          <ac:spMkLst>
            <pc:docMk/>
            <pc:sldMk cId="1376577602" sldId="270"/>
            <ac:spMk id="39" creationId="{2B221DE5-1DC1-A8BA-A6A4-D89FC4E55FD9}"/>
          </ac:spMkLst>
        </pc:spChg>
        <pc:spChg chg="add del mod">
          <ac:chgData name="John Rolzhausen" userId="f0fced98129e348e" providerId="LiveId" clId="{FAB81778-C2AB-48D5-BA9E-3E19BB729E3D}" dt="2025-11-24T22:08:54.073" v="2944" actId="1076"/>
          <ac:spMkLst>
            <pc:docMk/>
            <pc:sldMk cId="1376577602" sldId="270"/>
            <ac:spMk id="40" creationId="{44BBB945-8BE4-BBD5-8B47-86EEA35C08D5}"/>
          </ac:spMkLst>
        </pc:spChg>
      </pc:sldChg>
      <pc:sldChg chg="modSp add mod ord">
        <pc:chgData name="John Rolzhausen" userId="f0fced98129e348e" providerId="LiveId" clId="{FAB81778-C2AB-48D5-BA9E-3E19BB729E3D}" dt="2025-11-24T22:13:46.165" v="3059" actId="6549"/>
        <pc:sldMkLst>
          <pc:docMk/>
          <pc:sldMk cId="1743887525" sldId="271"/>
        </pc:sldMkLst>
        <pc:spChg chg="mod">
          <ac:chgData name="John Rolzhausen" userId="f0fced98129e348e" providerId="LiveId" clId="{FAB81778-C2AB-48D5-BA9E-3E19BB729E3D}" dt="2025-11-24T21:26:52.963" v="2399" actId="20577"/>
          <ac:spMkLst>
            <pc:docMk/>
            <pc:sldMk cId="1743887525" sldId="271"/>
            <ac:spMk id="2" creationId="{E6C1EDEF-44B3-08CC-9427-E0D338B46C46}"/>
          </ac:spMkLst>
        </pc:spChg>
        <pc:spChg chg="mod">
          <ac:chgData name="John Rolzhausen" userId="f0fced98129e348e" providerId="LiveId" clId="{FAB81778-C2AB-48D5-BA9E-3E19BB729E3D}" dt="2025-11-24T22:13:13.240" v="3053" actId="6549"/>
          <ac:spMkLst>
            <pc:docMk/>
            <pc:sldMk cId="1743887525" sldId="271"/>
            <ac:spMk id="6" creationId="{8D018180-BF40-A6C7-759C-2CDA5A4F3E0D}"/>
          </ac:spMkLst>
        </pc:spChg>
        <pc:spChg chg="mod">
          <ac:chgData name="John Rolzhausen" userId="f0fced98129e348e" providerId="LiveId" clId="{FAB81778-C2AB-48D5-BA9E-3E19BB729E3D}" dt="2025-11-24T22:13:46.165" v="3059" actId="6549"/>
          <ac:spMkLst>
            <pc:docMk/>
            <pc:sldMk cId="1743887525" sldId="271"/>
            <ac:spMk id="7" creationId="{8B1E53AF-3A74-3BC3-F30B-AED5EC90EC5C}"/>
          </ac:spMkLst>
        </pc:spChg>
        <pc:spChg chg="mod">
          <ac:chgData name="John Rolzhausen" userId="f0fced98129e348e" providerId="LiveId" clId="{FAB81778-C2AB-48D5-BA9E-3E19BB729E3D}" dt="2025-11-24T22:13:00.233" v="3052" actId="6549"/>
          <ac:spMkLst>
            <pc:docMk/>
            <pc:sldMk cId="1743887525" sldId="271"/>
            <ac:spMk id="15" creationId="{7BBC2A6F-1A57-A43E-E1E4-7174E78E2A2C}"/>
          </ac:spMkLst>
        </pc:spChg>
      </pc:sldChg>
      <pc:sldChg chg="modSp add mod">
        <pc:chgData name="John Rolzhausen" userId="f0fced98129e348e" providerId="LiveId" clId="{FAB81778-C2AB-48D5-BA9E-3E19BB729E3D}" dt="2025-11-24T21:32:52.001" v="2423" actId="20577"/>
        <pc:sldMkLst>
          <pc:docMk/>
          <pc:sldMk cId="2796696429" sldId="272"/>
        </pc:sldMkLst>
        <pc:spChg chg="mod">
          <ac:chgData name="John Rolzhausen" userId="f0fced98129e348e" providerId="LiveId" clId="{FAB81778-C2AB-48D5-BA9E-3E19BB729E3D}" dt="2025-11-24T21:32:52.001" v="2423" actId="20577"/>
          <ac:spMkLst>
            <pc:docMk/>
            <pc:sldMk cId="2796696429" sldId="272"/>
            <ac:spMk id="2" creationId="{332C4B7D-64CF-4BEF-97E0-B30F6016E02C}"/>
          </ac:spMkLst>
        </pc:spChg>
        <pc:spChg chg="mod">
          <ac:chgData name="John Rolzhausen" userId="f0fced98129e348e" providerId="LiveId" clId="{FAB81778-C2AB-48D5-BA9E-3E19BB729E3D}" dt="2025-11-24T21:32:29.534" v="2418" actId="6549"/>
          <ac:spMkLst>
            <pc:docMk/>
            <pc:sldMk cId="2796696429" sldId="272"/>
            <ac:spMk id="6" creationId="{0ADE661B-AA78-0056-3CEE-46C48F51723E}"/>
          </ac:spMkLst>
        </pc:spChg>
        <pc:spChg chg="mod">
          <ac:chgData name="John Rolzhausen" userId="f0fced98129e348e" providerId="LiveId" clId="{FAB81778-C2AB-48D5-BA9E-3E19BB729E3D}" dt="2025-11-24T21:32:46.695" v="2419" actId="6549"/>
          <ac:spMkLst>
            <pc:docMk/>
            <pc:sldMk cId="2796696429" sldId="272"/>
            <ac:spMk id="7" creationId="{47AF8441-3E77-85F1-F99D-DB8C4167DFA4}"/>
          </ac:spMkLst>
        </pc:spChg>
        <pc:spChg chg="mod">
          <ac:chgData name="John Rolzhausen" userId="f0fced98129e348e" providerId="LiveId" clId="{FAB81778-C2AB-48D5-BA9E-3E19BB729E3D}" dt="2025-11-24T21:32:17.078" v="2417" actId="6549"/>
          <ac:spMkLst>
            <pc:docMk/>
            <pc:sldMk cId="2796696429" sldId="272"/>
            <ac:spMk id="15" creationId="{DF7ECA42-F903-1577-911C-3F24F9CDD864}"/>
          </ac:spMkLst>
        </pc:spChg>
      </pc:sldChg>
      <pc:sldChg chg="modSp add mod">
        <pc:chgData name="John Rolzhausen" userId="f0fced98129e348e" providerId="LiveId" clId="{FAB81778-C2AB-48D5-BA9E-3E19BB729E3D}" dt="2025-11-24T21:34:10.140" v="2435" actId="20577"/>
        <pc:sldMkLst>
          <pc:docMk/>
          <pc:sldMk cId="4228114308" sldId="273"/>
        </pc:sldMkLst>
        <pc:spChg chg="mod">
          <ac:chgData name="John Rolzhausen" userId="f0fced98129e348e" providerId="LiveId" clId="{FAB81778-C2AB-48D5-BA9E-3E19BB729E3D}" dt="2025-11-24T21:34:10.140" v="2435" actId="20577"/>
          <ac:spMkLst>
            <pc:docMk/>
            <pc:sldMk cId="4228114308" sldId="273"/>
            <ac:spMk id="2" creationId="{7D67203C-5189-4A80-B47E-6E062C3CA4DA}"/>
          </ac:spMkLst>
        </pc:spChg>
        <pc:spChg chg="mod">
          <ac:chgData name="John Rolzhausen" userId="f0fced98129e348e" providerId="LiveId" clId="{FAB81778-C2AB-48D5-BA9E-3E19BB729E3D}" dt="2025-11-24T21:32:01.630" v="2415" actId="6549"/>
          <ac:spMkLst>
            <pc:docMk/>
            <pc:sldMk cId="4228114308" sldId="273"/>
            <ac:spMk id="6" creationId="{8BAC7D8C-A905-DC22-7E8D-8A9BDC0992F8}"/>
          </ac:spMkLst>
        </pc:spChg>
        <pc:spChg chg="mod">
          <ac:chgData name="John Rolzhausen" userId="f0fced98129e348e" providerId="LiveId" clId="{FAB81778-C2AB-48D5-BA9E-3E19BB729E3D}" dt="2025-11-24T21:31:56.049" v="2414"/>
          <ac:spMkLst>
            <pc:docMk/>
            <pc:sldMk cId="4228114308" sldId="273"/>
            <ac:spMk id="7" creationId="{E78F0590-A9B3-5D0C-5168-8B9B39321C68}"/>
          </ac:spMkLst>
        </pc:spChg>
        <pc:spChg chg="mod">
          <ac:chgData name="John Rolzhausen" userId="f0fced98129e348e" providerId="LiveId" clId="{FAB81778-C2AB-48D5-BA9E-3E19BB729E3D}" dt="2025-11-24T21:32:07.096" v="2416" actId="6549"/>
          <ac:spMkLst>
            <pc:docMk/>
            <pc:sldMk cId="4228114308" sldId="273"/>
            <ac:spMk id="15" creationId="{669EFCDB-9446-19C6-396A-5CAB53C7F306}"/>
          </ac:spMkLst>
        </pc:spChg>
      </pc:sldChg>
      <pc:sldChg chg="modSp add del mod">
        <pc:chgData name="John Rolzhausen" userId="f0fced98129e348e" providerId="LiveId" clId="{FAB81778-C2AB-48D5-BA9E-3E19BB729E3D}" dt="2025-11-24T22:12:40.546" v="3051" actId="47"/>
        <pc:sldMkLst>
          <pc:docMk/>
          <pc:sldMk cId="3818751414" sldId="274"/>
        </pc:sldMkLst>
        <pc:spChg chg="mod">
          <ac:chgData name="John Rolzhausen" userId="f0fced98129e348e" providerId="LiveId" clId="{FAB81778-C2AB-48D5-BA9E-3E19BB729E3D}" dt="2025-11-24T22:09:33.203" v="2979" actId="20577"/>
          <ac:spMkLst>
            <pc:docMk/>
            <pc:sldMk cId="3818751414" sldId="274"/>
            <ac:spMk id="2" creationId="{4485F07B-6E35-BC5A-7A13-6C3B431DCFCB}"/>
          </ac:spMkLst>
        </pc:spChg>
        <pc:spChg chg="mod">
          <ac:chgData name="John Rolzhausen" userId="f0fced98129e348e" providerId="LiveId" clId="{FAB81778-C2AB-48D5-BA9E-3E19BB729E3D}" dt="2025-11-24T22:12:24.741" v="3050"/>
          <ac:spMkLst>
            <pc:docMk/>
            <pc:sldMk cId="3818751414" sldId="274"/>
            <ac:spMk id="38" creationId="{B15CE887-26AF-801D-D403-DDC5D9011A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71194-8E21-4113-AD09-7A20562102B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82EF-3126-49E3-9D22-B519B2855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21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88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266AF-146E-9A25-AB58-9FFB80390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AE760-951A-49B7-3C0A-09803DFAB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152D8-F0AF-5002-452D-F6A72925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0A14-27BA-9B03-25F3-4B36A32A0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1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5A7C-D8B5-90A1-852E-227E0C68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603B9-36E5-E59E-9DF9-67A50CBC7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BF857-BDE2-7AE0-1960-816262139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96EA1-F735-A080-E0D3-7A4076F06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85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0DEE-6613-B3CD-D3A8-C8CFC153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25DD2-F04A-F3F2-FEF5-EA2BEEC2B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F81C5-AA0D-B2F0-63F2-184C573D3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79237-0816-8EA8-D939-7DCAF46D7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17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2DAB-4FB3-9042-C1D4-50BE30E58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23E2A-B072-ADC5-09B9-124031C06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E9FB6-F128-B058-C1B5-F393671EA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6AA1F-4A79-0313-5180-73B55932B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84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06EE-7253-DFA3-D955-B57540ED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B2B95-6A23-69C0-B8E3-9BF77A63B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80E12-FEA2-D31A-6B05-8134D24C4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11272-4FDD-CDD9-7867-091CF240B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6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6325-03C7-C31F-3692-2EE8870F1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30E8A-4A61-5F44-6DC2-38417B04E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DF64A-DAE9-1907-1155-573590AAD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0FF2B-4270-A0A6-B7BC-65FD1A0EB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01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655E-E6A3-8B6A-33B3-101D03BF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0FB77-2622-644F-0097-97337FE78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7DC1A-CF5B-DCBE-A292-D43194A6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6B22D-DD54-9423-ABFC-8AD9D4B57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17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DBE3-F026-FA0D-2880-64D8E79C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0F261-E619-76BC-3E01-867FB28AD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A18D0-3AF5-1EF6-C1E4-B2381697B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D9F4-516C-DA55-8421-094594777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16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73EC-EAB9-33AC-323D-5323ABBB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74818-D538-865A-CB47-6E820E19C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0CF88-BF1D-0BA1-9483-04FA37CD8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2FAC-353B-FF38-D2E0-D7F21962A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98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5BDFC-85B4-7DC4-0CB9-3514D2D9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981FE-1C54-4CF6-EFB6-A8868DD69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543E3-4973-F02D-D3A7-26833E90F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65D84-EEBC-4158-A6E1-5697D04AE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38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5ADD-F5D5-A43F-EA66-62FBFCC7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E4EB3-9825-265E-2B58-8F8120E1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B8720-4DBA-5CBF-99C9-A596C7BE2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F5DD7-DB01-F4AA-0787-9B813E311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6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7FD9-FF01-432E-7928-B670FC1A6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44C14-81CB-9BB4-F9C1-66FA1E39D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1C40-2A55-F067-5548-18AD56F6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989B-2BC6-3975-612A-A4E439AF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CCC6F-C207-4BBD-E58D-26DE7F4F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6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ECDD-7686-F2D2-0B28-4B5CA3A6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873E-4477-F7EB-4D0A-BF20E793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38670-1A44-BA5B-CC10-8E7C93BE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496E-B075-1C3C-4E75-CDC9C904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23ACB-75F7-235B-127A-95E450A3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0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F708-B578-CF5C-2773-9F3D270C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FC7B2-9427-6C19-286E-DA5711DC5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389B-F263-7BE8-CE36-E14BB731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8CBDA-4DCC-83C6-84AD-553A76A1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8DF57-E89B-52B7-8241-2CE5CA41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2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719E1-7C37-AEC6-06BD-F47AC984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2481-72E8-3E16-BB69-A50FC678B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77EFD-96A7-DBE6-4746-49754D35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ED2A2-2EEF-F6E2-E93C-E2591BC1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102BA-9318-BA78-32D5-107ECD42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FA490-88ED-722A-A007-73DABD82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2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E548-79D2-D08E-8742-0F07B013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288D-94DA-2175-A486-C083129C7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D8D95-255A-7448-22D4-43D2E3D18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645F4-F8D9-4BFE-07DD-E7AEEB485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5A3E4-5362-1192-B7D3-86D077A51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8514-2369-D907-5B99-FF1031A0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E7A10-0E1C-5FFE-F5C8-F166623F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22624-8DBC-3E2E-3D93-39E82977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2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4EAD-E5D5-84AC-1C16-A49F8238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50883-D165-6C5A-3BE1-48C17CB1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B5907-5387-7BF8-7ACA-7BBAF009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517B2-72EC-15CA-44A7-0556D7D0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4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21DF5-4150-CDFB-B957-DE1F344C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2C4B0-E5E7-5049-93B5-AB431009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F40B-564D-A340-B3B5-48B42920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1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B058-C4EA-85EB-2F36-AEE87326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95C1-4EAF-E6DC-1D24-5EBE5948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BB48B-D80D-9878-072D-D5FF530F9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53E0B-91A7-B99F-F670-4597AB45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2AD3-6256-DB8D-C7ED-F4D2B432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51AA3-36B6-B36C-8E3E-F2E016A8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4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75A3-84E2-8ADD-8179-8EC850E3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46E46-DAA3-5137-EF7F-1F77DB6EE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523FF-92AE-65D9-F86A-93D65996D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CCBF-6CCD-639D-C3B1-7B403510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21D5F-0AAF-7C94-7889-13C209DE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BB664-4C0C-AF35-701C-819CEAAE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2BFA-3A34-5D01-84AD-0FB636D9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7FCDF-D4DE-3712-7AD1-305F4CB7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CA96-32A6-76D8-82D2-C277F37C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1BEC3-13A1-6EF5-F6ED-3CE498EB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B16BE-ACFE-3BEB-0921-B2DC0760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40263-B485-3679-E0B4-542394608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3B7FA-D30E-E806-1A65-60A6932A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C9D56-3253-DBD5-F4A3-CD37834B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186E-1534-D374-1506-DAFD6F26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91857-41D5-854A-B2D7-3CA5E400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3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D8792-BC67-9092-D799-BBAEDBB5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D5C4E-104A-E7D6-7282-D49E93A8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AD294-15DB-2A30-051B-6A593B6C5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E815A-2AB8-B0B1-B2CC-3E3CF98BE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00C4-F0F6-FB46-F2C8-5FEB1C250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0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alice.katt.demo@outlook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D438-6906-D9C9-0E77-9F81019FE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Quality Dashboard - Wireframes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D00E6-CE73-442F-315F-EF02A928A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Internal analyst tool for submission review and validation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A70E-ED90-0B44-8B38-33E1DE59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John D Rolzhausen     November 24, 2025</a:t>
            </a:r>
          </a:p>
        </p:txBody>
      </p:sp>
    </p:spTree>
    <p:extLst>
      <p:ext uri="{BB962C8B-B14F-4D97-AF65-F5344CB8AC3E}">
        <p14:creationId xmlns:p14="http://schemas.microsoft.com/office/powerpoint/2010/main" val="541631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1AA4-3D78-1DAC-9F47-3A1A7C72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986A-48D7-FE60-326D-5761F00A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1: Submission Tracking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2AD9E-B2F2-D73D-E047-C834F9D1E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Analyst's home dashboard - see all country submissions at a glance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CA347-2964-2DE0-E314-2B0838FBEF5D}"/>
              </a:ext>
            </a:extLst>
          </p:cNvPr>
          <p:cNvSpPr/>
          <p:nvPr/>
        </p:nvSpPr>
        <p:spPr>
          <a:xfrm>
            <a:off x="540773" y="977826"/>
            <a:ext cx="10653246" cy="5649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┌─────────────┐</a:t>
            </a:r>
          </a:p>
          <a:p>
            <a:pPr algn="ctr"/>
            <a:r>
              <a:rPr lang="en-US" dirty="0"/>
              <a:t>│   PENDING   │</a:t>
            </a:r>
          </a:p>
          <a:p>
            <a:pPr algn="ctr"/>
            <a:r>
              <a:rPr lang="en-US" dirty="0"/>
              <a:t>│      8      │</a:t>
            </a:r>
          </a:p>
          <a:p>
            <a:pPr algn="ctr"/>
            <a:r>
              <a:rPr lang="en-US" dirty="0"/>
              <a:t>│   Review    │</a:t>
            </a:r>
          </a:p>
          <a:p>
            <a:pPr algn="ctr"/>
            <a:r>
              <a:rPr lang="en-US" dirty="0"/>
              <a:t>└─────────────┘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6EADC-8101-1CDE-8FB3-51BAB8DC53DD}"/>
              </a:ext>
            </a:extLst>
          </p:cNvPr>
          <p:cNvSpPr txBox="1"/>
          <p:nvPr/>
        </p:nvSpPr>
        <p:spPr>
          <a:xfrm>
            <a:off x="510346" y="1222786"/>
            <a:ext cx="10683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Submission Tracking - November 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A2791-E280-3DB8-2075-BE4D7802D69C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🏢 </a:t>
            </a:r>
            <a:r>
              <a:rPr lang="en-US" dirty="0">
                <a:solidFill>
                  <a:schemeClr val="tx1"/>
                </a:solidFill>
              </a:rPr>
              <a:t>Data Quality Dashboard | Analyst: Alice Katt | [Settings]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0D0D80-A2FD-A14E-0804-3B74E748D9B5}"/>
              </a:ext>
            </a:extLst>
          </p:cNvPr>
          <p:cNvSpPr/>
          <p:nvPr/>
        </p:nvSpPr>
        <p:spPr>
          <a:xfrm>
            <a:off x="678420" y="1518578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Submitted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12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of 45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49CE1-F33B-EF8B-78B7-2C2B06355BC2}"/>
              </a:ext>
            </a:extLst>
          </p:cNvPr>
          <p:cNvSpPr/>
          <p:nvPr/>
        </p:nvSpPr>
        <p:spPr>
          <a:xfrm>
            <a:off x="2175381" y="1530303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Pending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8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372508-5621-45F0-910C-7C7F3B4A7565}"/>
              </a:ext>
            </a:extLst>
          </p:cNvPr>
          <p:cNvSpPr/>
          <p:nvPr/>
        </p:nvSpPr>
        <p:spPr>
          <a:xfrm>
            <a:off x="3677252" y="1530303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Flagged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3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Issues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56B469-5964-F2D6-C637-450F685184A9}"/>
              </a:ext>
            </a:extLst>
          </p:cNvPr>
          <p:cNvSpPr/>
          <p:nvPr/>
        </p:nvSpPr>
        <p:spPr>
          <a:xfrm>
            <a:off x="5181600" y="1536428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Approved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4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Complete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902014-8251-1F90-F829-62024CFD390A}"/>
              </a:ext>
            </a:extLst>
          </p:cNvPr>
          <p:cNvSpPr txBox="1"/>
          <p:nvPr/>
        </p:nvSpPr>
        <p:spPr>
          <a:xfrm>
            <a:off x="569942" y="2477287"/>
            <a:ext cx="10284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Deadline: December 3, 2025 (3rd business day)</a:t>
            </a:r>
          </a:p>
          <a:p>
            <a:r>
              <a:rPr lang="en-US" sz="1000" dirty="0"/>
              <a:t>Days remaining: 9 days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404100-944B-BAC5-4B07-566CF78F3744}"/>
              </a:ext>
            </a:extLst>
          </p:cNvPr>
          <p:cNvSpPr/>
          <p:nvPr/>
        </p:nvSpPr>
        <p:spPr>
          <a:xfrm>
            <a:off x="569942" y="2889206"/>
            <a:ext cx="10373039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</a:rPr>
              <a:t>Filter by:  Region: [All ▼]  Status: [All ▼]  Test Type: [All ▼]  [🔍 Search]  [Reset]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F1F7EE-EF51-0AA3-C8A0-E6DDED6B6D7A}"/>
              </a:ext>
            </a:extLst>
          </p:cNvPr>
          <p:cNvSpPr/>
          <p:nvPr/>
        </p:nvSpPr>
        <p:spPr>
          <a:xfrm>
            <a:off x="569943" y="3179647"/>
            <a:ext cx="5526058" cy="2700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</a:rPr>
              <a:t>+--------+------------------+---------+------------+---------+----------+---------------+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Status | Country          | Region  | Submitted  | Tests   | Flagged  | Actions     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+--------+------------------+---------+------------+---------+----------+---------------+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🟢     | Republic of Korea| APAC    | 11/24 9:15 | 3/3     | 0        | [View][Edit]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🟢     | Japan            | APAC    | 11/24 14:22| 3/3     | 0        | [View][Edit]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🟠     | France           | WE      | 11/24 8:45 | 3/3     | 1        | [View][Review]|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🔵     | United Kingdom   | WE      | Draft      | 2/3     | 0        | [View][Edit]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🔴     | Brazil           | LATAM   | Not started| 0/5     | 0        | [Remind]    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| 🔵     | Germany          | WE      | 11/23 16:30| 4/4     | 0        | [View][Edit]  |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+--------+------------------+---------+------------+---------+----------+---------------+</a:t>
            </a:r>
          </a:p>
          <a:p>
            <a:r>
              <a:rPr lang="en-US" sz="1200" dirty="0">
                <a:ln w="0"/>
                <a:solidFill>
                  <a:schemeClr val="tx1"/>
                </a:solidFill>
              </a:rPr>
              <a:t>... (showing 6 of 45 countries)</a:t>
            </a:r>
          </a:p>
          <a:p>
            <a:endParaRPr lang="en-US" sz="1100" dirty="0">
              <a:ln w="0"/>
              <a:solidFill>
                <a:schemeClr val="tx1"/>
              </a:solidFill>
            </a:endParaRPr>
          </a:p>
          <a:p>
            <a:r>
              <a:rPr lang="en-US" sz="1100" dirty="0">
                <a:ln w="0"/>
                <a:solidFill>
                  <a:schemeClr val="tx1"/>
                </a:solidFill>
              </a:rPr>
              <a:t>Showing 1-10 of 45 countries     [ ← Previous ]  Page 1 of 5  [ Next → 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279DF2-6E3D-1D58-5ADF-052FD9F10DBB}"/>
              </a:ext>
            </a:extLst>
          </p:cNvPr>
          <p:cNvSpPr txBox="1"/>
          <p:nvPr/>
        </p:nvSpPr>
        <p:spPr>
          <a:xfrm>
            <a:off x="6513871" y="2898086"/>
            <a:ext cx="40112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Status Legend:</a:t>
            </a:r>
          </a:p>
          <a:p>
            <a:r>
              <a:rPr lang="en-US" sz="1200" dirty="0"/>
              <a:t>🟢 Approved (4)</a:t>
            </a:r>
          </a:p>
          <a:p>
            <a:r>
              <a:rPr lang="en-US" sz="1200" dirty="0"/>
              <a:t>🟡 Validated (2)</a:t>
            </a:r>
          </a:p>
          <a:p>
            <a:r>
              <a:rPr lang="en-US" sz="1200" dirty="0"/>
              <a:t>🟠 Flagged - Needs Review (3)</a:t>
            </a:r>
          </a:p>
          <a:p>
            <a:r>
              <a:rPr lang="en-US" sz="1200" dirty="0"/>
              <a:t>🔵 Submitted - Awaiting Review (8)</a:t>
            </a:r>
          </a:p>
          <a:p>
            <a:r>
              <a:rPr lang="en-US" sz="1200" dirty="0"/>
              <a:t>⚪ Draft (15)</a:t>
            </a:r>
          </a:p>
          <a:p>
            <a:r>
              <a:rPr lang="en-US" sz="1200" dirty="0"/>
              <a:t>🔴 Not Started (13)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⚠️ ATTENTION NEEDED:</a:t>
            </a:r>
          </a:p>
          <a:p>
            <a:r>
              <a:rPr lang="en-US" sz="1200" dirty="0"/>
              <a:t>- 3 submissions flagged for review</a:t>
            </a:r>
          </a:p>
          <a:p>
            <a:r>
              <a:rPr lang="en-US" sz="1200" dirty="0"/>
              <a:t>- 13 countries have not started (deadline in 9 days)</a:t>
            </a:r>
          </a:p>
          <a:p>
            <a:r>
              <a:rPr lang="en-US" sz="1200" dirty="0"/>
              <a:t>- Brazil: Consistently late (see notes)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75C7481-1C7E-4705-B95E-5E02F697ACDA}"/>
              </a:ext>
            </a:extLst>
          </p:cNvPr>
          <p:cNvSpPr/>
          <p:nvPr/>
        </p:nvSpPr>
        <p:spPr>
          <a:xfrm>
            <a:off x="710994" y="5816990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 Review Flagged Items (3)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F029DC-3485-6CE3-A3B6-1AEF99B3416D}"/>
              </a:ext>
            </a:extLst>
          </p:cNvPr>
          <p:cNvSpPr/>
          <p:nvPr/>
        </p:nvSpPr>
        <p:spPr>
          <a:xfrm>
            <a:off x="2258347" y="5826791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Send Reminder Emails ] 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9BEC9F9-CB42-3400-E649-D08AB028A7DE}"/>
              </a:ext>
            </a:extLst>
          </p:cNvPr>
          <p:cNvSpPr/>
          <p:nvPr/>
        </p:nvSpPr>
        <p:spPr>
          <a:xfrm>
            <a:off x="3805700" y="5816990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[ Export Report ]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324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453A-1618-BFAE-757C-C08260F3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C44D-230C-B9FA-0CD2-7B5DE8C3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1: Submission Tracking Overview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538DD-9580-A6E8-B2B3-533A1151D60A}"/>
              </a:ext>
            </a:extLst>
          </p:cNvPr>
          <p:cNvSpPr txBox="1"/>
          <p:nvPr/>
        </p:nvSpPr>
        <p:spPr>
          <a:xfrm>
            <a:off x="550606" y="681676"/>
            <a:ext cx="3431459" cy="2686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(current flagged submissions)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tbl_DataQualityFlags</a:t>
            </a:r>
            <a:r>
              <a:rPr lang="en-US" sz="1000" dirty="0"/>
              <a:t> (detailed flag information)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(country context)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tbl_TestTypes</a:t>
            </a:r>
            <a:r>
              <a:rPr lang="en-US" sz="1000" dirty="0"/>
              <a:t> (test type details)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(historical - for prior month comparison)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tbl_SystemConfig</a:t>
            </a:r>
            <a:r>
              <a:rPr lang="en-US" sz="1000" dirty="0"/>
              <a:t> (for threshold values)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Shows one flagged submission at a time (focused review)</a:t>
            </a:r>
          </a:p>
          <a:p>
            <a:r>
              <a:rPr lang="en-US" sz="1000" dirty="0"/>
              <a:t>- Queue filters to Status = 'Flagged' OR </a:t>
            </a:r>
            <a:r>
              <a:rPr lang="en-US" sz="1000" dirty="0" err="1"/>
              <a:t>DataQualityFlags.Status</a:t>
            </a:r>
            <a:r>
              <a:rPr lang="en-US" sz="1000" dirty="0"/>
              <a:t> = 'Open'</a:t>
            </a:r>
          </a:p>
          <a:p>
            <a:r>
              <a:rPr lang="en-US" sz="1000" dirty="0"/>
              <a:t>- Orders by Priority (Critical &gt; High &gt; Medium &gt; Low), then date</a:t>
            </a:r>
          </a:p>
          <a:p>
            <a:r>
              <a:rPr lang="en-US" sz="1000" dirty="0"/>
              <a:t>- Analyst can navigate through queue sequentially or jump to specific item</a:t>
            </a:r>
          </a:p>
          <a:p>
            <a:endParaRPr lang="en-US" sz="1000" dirty="0"/>
          </a:p>
          <a:p>
            <a:r>
              <a:rPr lang="en-US" sz="1000" dirty="0"/>
              <a:t>REVIEW CARD SECTIONS:</a:t>
            </a:r>
          </a:p>
          <a:p>
            <a:endParaRPr lang="en-US" sz="1000" dirty="0"/>
          </a:p>
          <a:p>
            <a:r>
              <a:rPr lang="en-US" sz="1000" dirty="0"/>
              <a:t>1. Card Header:</a:t>
            </a:r>
          </a:p>
          <a:p>
            <a:r>
              <a:rPr lang="en-US" sz="1000" dirty="0"/>
              <a:t>   - Submission ID (clickable - opens full history)</a:t>
            </a:r>
          </a:p>
          <a:p>
            <a:r>
              <a:rPr lang="en-US" sz="1000" dirty="0"/>
              <a:t>   - Coordinator info (email clickable - opens communication)</a:t>
            </a:r>
          </a:p>
          <a:p>
            <a:r>
              <a:rPr lang="en-US" sz="1000" dirty="0"/>
              <a:t>   - Flag count and types listed</a:t>
            </a:r>
          </a:p>
          <a:p>
            <a:r>
              <a:rPr lang="en-US" sz="1000" dirty="0"/>
              <a:t>   </a:t>
            </a:r>
          </a:p>
          <a:p>
            <a:r>
              <a:rPr lang="en-US" sz="1000" dirty="0"/>
              <a:t>2. Comparison Table:</a:t>
            </a:r>
          </a:p>
          <a:p>
            <a:r>
              <a:rPr lang="en-US" sz="1000" dirty="0"/>
              <a:t>   - Shows all test types in submission</a:t>
            </a:r>
          </a:p>
          <a:p>
            <a:r>
              <a:rPr lang="en-US" sz="1000" dirty="0"/>
              <a:t>   - Columns: Submitted, Budget, Prior Month, Variance</a:t>
            </a:r>
          </a:p>
          <a:p>
            <a:r>
              <a:rPr lang="en-US" sz="1000" dirty="0"/>
              <a:t>   - Variance calculation: ((Submitted - Prior Month) / Prior Month) * 100</a:t>
            </a:r>
          </a:p>
          <a:p>
            <a:r>
              <a:rPr lang="en-US" sz="1000" dirty="0"/>
              <a:t>   - Color coding: Red if &gt;threshold, Green if within tolerance</a:t>
            </a:r>
          </a:p>
          <a:p>
            <a:r>
              <a:rPr lang="en-US" sz="1000" dirty="0"/>
              <a:t>   - Prior Month data from </a:t>
            </a:r>
            <a:r>
              <a:rPr lang="en-US" sz="1000" dirty="0" err="1"/>
              <a:t>tbl_VolumeSubmissions</a:t>
            </a:r>
            <a:r>
              <a:rPr lang="en-US" sz="1000" dirty="0"/>
              <a:t> WHERE </a:t>
            </a:r>
            <a:r>
              <a:rPr lang="en-US" sz="1000" dirty="0" err="1"/>
              <a:t>SubmissionMonth</a:t>
            </a:r>
            <a:r>
              <a:rPr lang="en-US" sz="1000" dirty="0"/>
              <a:t> = [Current-1]</a:t>
            </a:r>
          </a:p>
          <a:p>
            <a:r>
              <a:rPr lang="en-US" sz="1000" dirty="0"/>
              <a:t>   - Budget from most recent budget submission for that country/test</a:t>
            </a:r>
          </a:p>
          <a:p>
            <a:endParaRPr lang="en-US" sz="1000" dirty="0"/>
          </a:p>
          <a:p>
            <a:r>
              <a:rPr lang="en-US" sz="1000" dirty="0"/>
              <a:t>3. Anomaly Details:</a:t>
            </a:r>
          </a:p>
          <a:p>
            <a:r>
              <a:rPr lang="en-US" sz="1000" dirty="0"/>
              <a:t>   - Auto-generated analysis based on flag type</a:t>
            </a:r>
          </a:p>
          <a:p>
            <a:r>
              <a:rPr lang="en-US" sz="1000" dirty="0"/>
              <a:t>   - Shows specific numbers and percentages</a:t>
            </a:r>
          </a:p>
          <a:p>
            <a:r>
              <a:rPr lang="en-US" sz="1000" dirty="0"/>
              <a:t>   - Historical context (6-month average)</a:t>
            </a:r>
          </a:p>
          <a:p>
            <a:r>
              <a:rPr lang="en-US" sz="1000" dirty="0"/>
              <a:t>   - Suggested possible causes (predefined list based on patterns)</a:t>
            </a:r>
          </a:p>
          <a:p>
            <a:r>
              <a:rPr lang="en-US" sz="1000" dirty="0"/>
              <a:t>   </a:t>
            </a:r>
          </a:p>
          <a:p>
            <a:r>
              <a:rPr lang="en-US" sz="1000" dirty="0"/>
              <a:t>4. Coordinator Notes:</a:t>
            </a:r>
          </a:p>
          <a:p>
            <a:r>
              <a:rPr lang="en-US" sz="1000" dirty="0"/>
              <a:t>   - Pulled from </a:t>
            </a:r>
            <a:r>
              <a:rPr lang="en-US" sz="1000" dirty="0" err="1"/>
              <a:t>VolumeSubmissions.ValidationNotes</a:t>
            </a:r>
            <a:endParaRPr lang="en-US" sz="1000" dirty="0"/>
          </a:p>
          <a:p>
            <a:r>
              <a:rPr lang="en-US" sz="1000" dirty="0"/>
              <a:t>   - Shows if coordinator provided explanation during submission</a:t>
            </a:r>
          </a:p>
          <a:p>
            <a:r>
              <a:rPr lang="en-US" sz="1000" dirty="0"/>
              <a:t>   - Empty if no notes provided</a:t>
            </a:r>
          </a:p>
          <a:p>
            <a:endParaRPr lang="en-US" sz="1000" dirty="0"/>
          </a:p>
          <a:p>
            <a:r>
              <a:rPr lang="en-US" sz="1000" dirty="0"/>
              <a:t>ANALYST ACTIONS:</a:t>
            </a:r>
          </a:p>
          <a:p>
            <a:endParaRPr lang="en-US" sz="1000" dirty="0"/>
          </a:p>
          <a:p>
            <a:r>
              <a:rPr lang="en-US" sz="1000" dirty="0"/>
              <a:t>1. Approve &amp; Continue:</a:t>
            </a:r>
          </a:p>
          <a:p>
            <a:r>
              <a:rPr lang="en-US" sz="1000" dirty="0"/>
              <a:t>   - Changes submission Status to 'Validated'</a:t>
            </a:r>
          </a:p>
          <a:p>
            <a:r>
              <a:rPr lang="en-US" sz="1000" dirty="0"/>
              <a:t>   - Changes all related </a:t>
            </a:r>
            <a:r>
              <a:rPr lang="en-US" sz="1000" dirty="0" err="1"/>
              <a:t>DataQualityFlags</a:t>
            </a:r>
            <a:r>
              <a:rPr lang="en-US" sz="1000" dirty="0"/>
              <a:t> Status to 'Dismissed'</a:t>
            </a:r>
          </a:p>
          <a:p>
            <a:r>
              <a:rPr lang="en-US" sz="1000" dirty="0"/>
              <a:t>   - Sets </a:t>
            </a:r>
            <a:r>
              <a:rPr lang="en-US" sz="1000" dirty="0" err="1"/>
              <a:t>ValidatedDate</a:t>
            </a:r>
            <a:r>
              <a:rPr lang="en-US" sz="1000" dirty="0"/>
              <a:t>, </a:t>
            </a:r>
            <a:r>
              <a:rPr lang="en-US" sz="1000" dirty="0" err="1"/>
              <a:t>ValidatedByEmail</a:t>
            </a:r>
            <a:r>
              <a:rPr lang="en-US" sz="1000" dirty="0"/>
              <a:t>, </a:t>
            </a:r>
            <a:r>
              <a:rPr lang="en-US" sz="1000" dirty="0" err="1"/>
              <a:t>ValidatedByName</a:t>
            </a:r>
            <a:endParaRPr lang="en-US" sz="1000" dirty="0"/>
          </a:p>
          <a:p>
            <a:r>
              <a:rPr lang="en-US" sz="1000" dirty="0"/>
              <a:t>   - Adds analyst notes to </a:t>
            </a:r>
            <a:r>
              <a:rPr lang="en-US" sz="1000" dirty="0" err="1"/>
              <a:t>ValidationNotes</a:t>
            </a:r>
            <a:r>
              <a:rPr lang="en-US" sz="1000" dirty="0"/>
              <a:t> field</a:t>
            </a:r>
          </a:p>
          <a:p>
            <a:r>
              <a:rPr lang="en-US" sz="1000" dirty="0"/>
              <a:t>   - Logs action in </a:t>
            </a:r>
            <a:r>
              <a:rPr lang="en-US" sz="1000" dirty="0" err="1"/>
              <a:t>tbl_SubmissionHistory</a:t>
            </a:r>
            <a:endParaRPr lang="en-US" sz="1000" dirty="0"/>
          </a:p>
          <a:p>
            <a:r>
              <a:rPr lang="en-US" sz="1000" dirty="0"/>
              <a:t>   - Auto-advances to next item in queue</a:t>
            </a:r>
          </a:p>
          <a:p>
            <a:r>
              <a:rPr lang="en-US" sz="1000" dirty="0"/>
              <a:t>   - Sends email notification to coordinator (approved)</a:t>
            </a:r>
          </a:p>
          <a:p>
            <a:endParaRPr lang="en-US" sz="1000" dirty="0"/>
          </a:p>
          <a:p>
            <a:r>
              <a:rPr lang="en-US" sz="1000" dirty="0"/>
              <a:t>2. Request Clarification:</a:t>
            </a:r>
          </a:p>
          <a:p>
            <a:r>
              <a:rPr lang="en-US" sz="1000" dirty="0"/>
              <a:t>   - Keeps Status as 'Flagged'</a:t>
            </a:r>
          </a:p>
          <a:p>
            <a:r>
              <a:rPr lang="en-US" sz="1000" dirty="0"/>
              <a:t>   - Changes </a:t>
            </a:r>
            <a:r>
              <a:rPr lang="en-US" sz="1000" dirty="0" err="1"/>
              <a:t>DataQualityFlags</a:t>
            </a:r>
            <a:r>
              <a:rPr lang="en-US" sz="1000" dirty="0"/>
              <a:t> Status to 'Pending Response'</a:t>
            </a:r>
          </a:p>
          <a:p>
            <a:r>
              <a:rPr lang="en-US" sz="1000" dirty="0"/>
              <a:t>   - Sends email to coordinator with analyst's questions</a:t>
            </a:r>
          </a:p>
          <a:p>
            <a:r>
              <a:rPr lang="en-US" sz="1000" dirty="0"/>
              <a:t>   - Logs communication in </a:t>
            </a:r>
            <a:r>
              <a:rPr lang="en-US" sz="1000" dirty="0" err="1"/>
              <a:t>tbl_Communications</a:t>
            </a:r>
            <a:endParaRPr lang="en-US" sz="1000" dirty="0"/>
          </a:p>
          <a:p>
            <a:r>
              <a:rPr lang="en-US" sz="1000" dirty="0"/>
              <a:t>   - Submission moves to "Waiting for Response" queue</a:t>
            </a:r>
          </a:p>
          <a:p>
            <a:r>
              <a:rPr lang="en-US" sz="1000" dirty="0"/>
              <a:t>   - Coordinator receives email with link to respond</a:t>
            </a:r>
          </a:p>
          <a:p>
            <a:r>
              <a:rPr lang="en-US" sz="1000" dirty="0"/>
              <a:t>   - Analyst notified when coordinator responds</a:t>
            </a:r>
          </a:p>
          <a:p>
            <a:endParaRPr lang="en-US" sz="1000" dirty="0"/>
          </a:p>
          <a:p>
            <a:r>
              <a:rPr lang="en-US" sz="1000" dirty="0"/>
              <a:t>3. Manual Adjust:</a:t>
            </a:r>
          </a:p>
          <a:p>
            <a:r>
              <a:rPr lang="en-US" sz="1000" dirty="0"/>
              <a:t>   - Opens inline edit form</a:t>
            </a:r>
          </a:p>
          <a:p>
            <a:r>
              <a:rPr lang="en-US" sz="1000" dirty="0"/>
              <a:t>   - Shows current values in editable fields</a:t>
            </a:r>
          </a:p>
          <a:p>
            <a:r>
              <a:rPr lang="en-US" sz="1000" dirty="0"/>
              <a:t>   - Requires reason code (dropdown + free text)</a:t>
            </a:r>
          </a:p>
          <a:p>
            <a:r>
              <a:rPr lang="en-US" sz="1000" dirty="0"/>
              <a:t>   - Changes Status to 'Validated'</a:t>
            </a:r>
          </a:p>
          <a:p>
            <a:r>
              <a:rPr lang="en-US" sz="1000" dirty="0"/>
              <a:t>   - Logs original and new values in </a:t>
            </a:r>
            <a:r>
              <a:rPr lang="en-US" sz="1000" dirty="0" err="1"/>
              <a:t>tbl_SubmissionHistory</a:t>
            </a:r>
            <a:endParaRPr lang="en-US" sz="1000" dirty="0"/>
          </a:p>
          <a:p>
            <a:r>
              <a:rPr lang="en-US" sz="1000" dirty="0"/>
              <a:t>   - Sets flag: </a:t>
            </a:r>
            <a:r>
              <a:rPr lang="en-US" sz="1000" dirty="0" err="1"/>
              <a:t>ManuallyAdjusted</a:t>
            </a:r>
            <a:r>
              <a:rPr lang="en-US" sz="1000" dirty="0"/>
              <a:t> = Yes</a:t>
            </a:r>
          </a:p>
          <a:p>
            <a:r>
              <a:rPr lang="en-US" sz="1000" dirty="0"/>
              <a:t>   - Audit trail preserved</a:t>
            </a:r>
          </a:p>
          <a:p>
            <a:r>
              <a:rPr lang="en-US" sz="1000" dirty="0"/>
              <a:t>   - Coordinator notified of adjustment with explanation</a:t>
            </a:r>
          </a:p>
          <a:p>
            <a:endParaRPr lang="en-US" sz="1000" dirty="0"/>
          </a:p>
          <a:p>
            <a:r>
              <a:rPr lang="en-US" sz="1000" dirty="0"/>
              <a:t>4. Skip for Now:</a:t>
            </a:r>
          </a:p>
          <a:p>
            <a:r>
              <a:rPr lang="en-US" sz="1000" dirty="0"/>
              <a:t>   - No status changes</a:t>
            </a:r>
          </a:p>
          <a:p>
            <a:r>
              <a:rPr lang="en-US" sz="1000" dirty="0"/>
              <a:t>   - Moves to end of review queue</a:t>
            </a:r>
          </a:p>
          <a:p>
            <a:r>
              <a:rPr lang="en-US" sz="1000" dirty="0"/>
              <a:t>   - Allows analyst to come back later</a:t>
            </a:r>
          </a:p>
          <a:p>
            <a:r>
              <a:rPr lang="en-US" sz="1000" dirty="0"/>
              <a:t>   - Logs that item was skipped (analytics on difficult reviews)</a:t>
            </a:r>
          </a:p>
          <a:p>
            <a:endParaRPr lang="en-US" sz="1000" dirty="0"/>
          </a:p>
          <a:p>
            <a:r>
              <a:rPr lang="en-US" sz="1000" dirty="0"/>
              <a:t>RESOLUTION DROPDOWN:</a:t>
            </a:r>
          </a:p>
          <a:p>
            <a:r>
              <a:rPr lang="en-US" sz="1000" dirty="0"/>
              <a:t>- Approve: Standard approval (no edits needed)</a:t>
            </a:r>
          </a:p>
          <a:p>
            <a:r>
              <a:rPr lang="en-US" sz="1000" dirty="0"/>
              <a:t>- Request Clarification: Send questions to coordinator</a:t>
            </a:r>
          </a:p>
          <a:p>
            <a:r>
              <a:rPr lang="en-US" sz="1000" dirty="0"/>
              <a:t>- Reject: Not used often (sends back for resubmission)</a:t>
            </a:r>
          </a:p>
          <a:p>
            <a:r>
              <a:rPr lang="en-US" sz="1000" dirty="0"/>
              <a:t>- Manually Adjust: Analyst makes corrections</a:t>
            </a:r>
          </a:p>
          <a:p>
            <a:endParaRPr lang="en-US" sz="1000" dirty="0"/>
          </a:p>
          <a:p>
            <a:r>
              <a:rPr lang="en-US" sz="1000" dirty="0"/>
              <a:t>MESSAGE TEMPLATES (Request Clarification):</a:t>
            </a:r>
          </a:p>
          <a:p>
            <a:r>
              <a:rPr lang="en-US" sz="1000" dirty="0"/>
              <a:t>- "Missing Data Explanation" - "Please provide explanation for zero volumes"</a:t>
            </a:r>
          </a:p>
          <a:p>
            <a:r>
              <a:rPr lang="en-US" sz="1000" dirty="0"/>
              <a:t>- "Variance Explanation" - "Please explain significant variance from prior month"</a:t>
            </a:r>
          </a:p>
          <a:p>
            <a:r>
              <a:rPr lang="en-US" sz="1000" dirty="0"/>
              <a:t>- "Budget Misalignment" - "Volumes significantly different from budget, please verify"</a:t>
            </a:r>
          </a:p>
          <a:p>
            <a:r>
              <a:rPr lang="en-US" sz="1000" dirty="0"/>
              <a:t>- "Data Entry Error?" - "Values seem unusual, please double-check entry"</a:t>
            </a:r>
          </a:p>
          <a:p>
            <a:r>
              <a:rPr lang="en-US" sz="1000" dirty="0"/>
              <a:t>- Custom - Analyst writes own message</a:t>
            </a:r>
          </a:p>
          <a:p>
            <a:endParaRPr lang="en-US" sz="1000" dirty="0"/>
          </a:p>
          <a:p>
            <a:r>
              <a:rPr lang="en-US" sz="1000" dirty="0"/>
              <a:t>QUEUE NAVIGATION:</a:t>
            </a:r>
          </a:p>
          <a:p>
            <a:r>
              <a:rPr lang="en-US" sz="1000" dirty="0"/>
              <a:t>- Sequential: Previous/Next buttons</a:t>
            </a:r>
          </a:p>
          <a:p>
            <a:r>
              <a:rPr lang="en-US" sz="1000" dirty="0"/>
              <a:t>- Jump to: Dropdown showing all queued items</a:t>
            </a:r>
          </a:p>
          <a:p>
            <a:r>
              <a:rPr lang="en-US" sz="1000" dirty="0"/>
              <a:t>- Return to overview: Back button</a:t>
            </a:r>
          </a:p>
          <a:p>
            <a:r>
              <a:rPr lang="en-US" sz="1000" dirty="0"/>
              <a:t>- Auto-advance after Approve (configurable in settings)</a:t>
            </a:r>
          </a:p>
          <a:p>
            <a:endParaRPr lang="en-US" sz="1000" dirty="0"/>
          </a:p>
          <a:p>
            <a:r>
              <a:rPr lang="en-US" sz="1000" dirty="0"/>
              <a:t>PRIORITY CALCULATION:</a:t>
            </a:r>
          </a:p>
          <a:p>
            <a:r>
              <a:rPr lang="en-US" sz="1000" dirty="0"/>
              <a:t>- Critical: Multiple flags OR variance &gt;50%</a:t>
            </a:r>
          </a:p>
          <a:p>
            <a:r>
              <a:rPr lang="en-US" sz="1000" dirty="0"/>
              <a:t>- High: Single anomaly flag OR variance &gt;25%</a:t>
            </a:r>
          </a:p>
          <a:p>
            <a:r>
              <a:rPr lang="en-US" sz="1000" dirty="0"/>
              <a:t>- Medium: Budget variance OR missing data</a:t>
            </a:r>
          </a:p>
          <a:p>
            <a:r>
              <a:rPr lang="en-US" sz="1000" dirty="0"/>
              <a:t>- Low: Format issues OR minor discrepancies</a:t>
            </a:r>
          </a:p>
          <a:p>
            <a:endParaRPr lang="en-US" sz="1000" dirty="0"/>
          </a:p>
          <a:p>
            <a:r>
              <a:rPr lang="en-US" sz="1000" dirty="0"/>
              <a:t>COMPARISON DATA SOURCES:</a:t>
            </a:r>
          </a:p>
          <a:p>
            <a:r>
              <a:rPr lang="en-US" sz="1000" dirty="0"/>
              <a:t>- Budget: Most recent submission where </a:t>
            </a:r>
            <a:r>
              <a:rPr lang="en-US" sz="1000" dirty="0" err="1"/>
              <a:t>BudgetVolume</a:t>
            </a:r>
            <a:r>
              <a:rPr lang="en-US" sz="1000" dirty="0"/>
              <a:t> IS NOT NULL for that test/country</a:t>
            </a:r>
          </a:p>
          <a:p>
            <a:r>
              <a:rPr lang="en-US" sz="1000" dirty="0"/>
              <a:t>- Prior Month: </a:t>
            </a:r>
            <a:r>
              <a:rPr lang="en-US" sz="1000" dirty="0" err="1"/>
              <a:t>VolumeSubmissions</a:t>
            </a:r>
            <a:r>
              <a:rPr lang="en-US" sz="1000" dirty="0"/>
              <a:t> WHERE </a:t>
            </a:r>
            <a:r>
              <a:rPr lang="en-US" sz="1000" dirty="0" err="1"/>
              <a:t>SubmissionMonth</a:t>
            </a:r>
            <a:r>
              <a:rPr lang="en-US" sz="1000" dirty="0"/>
              <a:t> = [Current Month - 1 month]</a:t>
            </a:r>
          </a:p>
          <a:p>
            <a:r>
              <a:rPr lang="en-US" sz="1000" dirty="0"/>
              <a:t>- Historical Avg: AVG of </a:t>
            </a:r>
            <a:r>
              <a:rPr lang="en-US" sz="1000" dirty="0" err="1"/>
              <a:t>ActualVolume</a:t>
            </a:r>
            <a:r>
              <a:rPr lang="en-US" sz="1000" dirty="0"/>
              <a:t> for past 6 months (if available)</a:t>
            </a:r>
          </a:p>
          <a:p>
            <a:endParaRPr lang="en-US" sz="1000" dirty="0"/>
          </a:p>
          <a:p>
            <a:r>
              <a:rPr lang="en-US" sz="1000" dirty="0"/>
              <a:t>TOLERANCE THRESHOLDS:</a:t>
            </a:r>
          </a:p>
          <a:p>
            <a:r>
              <a:rPr lang="en-US" sz="1000" dirty="0"/>
              <a:t>- Pulled from </a:t>
            </a:r>
            <a:r>
              <a:rPr lang="en-US" sz="1000" dirty="0" err="1"/>
              <a:t>tbl_SystemConfig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dirty="0" err="1"/>
              <a:t>AnomalyThresholdPct</a:t>
            </a:r>
            <a:r>
              <a:rPr lang="en-US" sz="1000" dirty="0"/>
              <a:t> (default 50%)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BudgetVarianceThresholdPct</a:t>
            </a:r>
            <a:r>
              <a:rPr lang="en-US" sz="1000" dirty="0"/>
              <a:t> (default 25%)</a:t>
            </a:r>
          </a:p>
          <a:p>
            <a:r>
              <a:rPr lang="en-US" sz="1000" dirty="0"/>
              <a:t>- Configurable by test type (some tests more volatile)</a:t>
            </a:r>
          </a:p>
          <a:p>
            <a:endParaRPr lang="en-US" sz="1000" dirty="0"/>
          </a:p>
          <a:p>
            <a:r>
              <a:rPr lang="en-US" sz="1000" dirty="0"/>
              <a:t>PERFORMANCE CONSIDERATIONS:</a:t>
            </a:r>
          </a:p>
          <a:p>
            <a:r>
              <a:rPr lang="en-US" sz="1000" dirty="0"/>
              <a:t>- Load comparison data when card displayed (not all at once)</a:t>
            </a:r>
          </a:p>
          <a:p>
            <a:r>
              <a:rPr lang="en-US" sz="1000" dirty="0"/>
              <a:t>- Cache prior month data (doesn't change)</a:t>
            </a:r>
          </a:p>
          <a:p>
            <a:r>
              <a:rPr lang="en-US" sz="1000" dirty="0"/>
              <a:t>- Prefetch next item in queue for faster navigation</a:t>
            </a:r>
          </a:p>
          <a:p>
            <a:r>
              <a:rPr lang="en-US" sz="1000" dirty="0"/>
              <a:t>- Limit historical analysis to 6 months (performance)</a:t>
            </a:r>
          </a:p>
          <a:p>
            <a:endParaRPr lang="en-US" sz="1000" dirty="0"/>
          </a:p>
          <a:p>
            <a:r>
              <a:rPr lang="en-US" sz="1000" dirty="0"/>
              <a:t>KEYBOARD SHORTCUTS (Power User Feature):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Ctrl+A</a:t>
            </a:r>
            <a:r>
              <a:rPr lang="en-US" sz="1000" dirty="0"/>
              <a:t>: Approve &amp; Continue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Ctrl+R</a:t>
            </a:r>
            <a:r>
              <a:rPr lang="en-US" sz="1000" dirty="0"/>
              <a:t>: Request Clarification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Ctrl+E</a:t>
            </a:r>
            <a:r>
              <a:rPr lang="en-US" sz="1000" dirty="0"/>
              <a:t>: Manual Adjust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Ctrl+S</a:t>
            </a:r>
            <a:r>
              <a:rPr lang="en-US" sz="1000" dirty="0"/>
              <a:t>: Skip</a:t>
            </a:r>
          </a:p>
          <a:p>
            <a:r>
              <a:rPr lang="en-US" sz="1000" dirty="0"/>
              <a:t>- Arrow keys: Previous/Next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Ctrl+H</a:t>
            </a:r>
            <a:r>
              <a:rPr lang="en-US" sz="1000" dirty="0"/>
              <a:t>: View full submission history</a:t>
            </a:r>
          </a:p>
          <a:p>
            <a:endParaRPr lang="en-US" sz="1000" dirty="0"/>
          </a:p>
          <a:p>
            <a:r>
              <a:rPr lang="en-US" sz="1000" dirty="0"/>
              <a:t>EMAIL NOTIFICATIONS:</a:t>
            </a:r>
          </a:p>
          <a:p>
            <a:r>
              <a:rPr lang="en-US" sz="1000" dirty="0"/>
              <a:t>- Approved: "Your submission for [Country] [Month] has been validated"</a:t>
            </a:r>
          </a:p>
          <a:p>
            <a:r>
              <a:rPr lang="en-US" sz="1000" dirty="0"/>
              <a:t>- Clarification: "Questions about your [Month] submission" (includes analyst message)</a:t>
            </a:r>
          </a:p>
          <a:p>
            <a:r>
              <a:rPr lang="en-US" sz="1000" dirty="0"/>
              <a:t>- Manually Adjusted: "Your submission has been adjusted by analyst" (includes what changed)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Form control (not Gallery) for focused one-at-a-time review</a:t>
            </a:r>
          </a:p>
          <a:p>
            <a:r>
              <a:rPr lang="en-US" sz="1000" dirty="0"/>
              <a:t>- Context variable: </a:t>
            </a:r>
            <a:r>
              <a:rPr lang="en-US" sz="1000" dirty="0" err="1"/>
              <a:t>varCurrentReviewItem</a:t>
            </a:r>
            <a:endParaRPr lang="en-US" sz="1000" dirty="0"/>
          </a:p>
          <a:p>
            <a:r>
              <a:rPr lang="en-US" sz="1000" dirty="0"/>
              <a:t>- Navigate with </a:t>
            </a:r>
            <a:r>
              <a:rPr lang="en-US" sz="1000" dirty="0" err="1"/>
              <a:t>UpdateContext</a:t>
            </a:r>
            <a:r>
              <a:rPr lang="en-US" sz="1000" dirty="0"/>
              <a:t> to change current item</a:t>
            </a:r>
          </a:p>
          <a:p>
            <a:r>
              <a:rPr lang="en-US" sz="1000" dirty="0"/>
              <a:t>- Patch() for status updates</a:t>
            </a:r>
          </a:p>
          <a:p>
            <a:r>
              <a:rPr lang="en-US" sz="1000" dirty="0"/>
              <a:t>- Concurrent() for multiple table updates (submission + flags + history)</a:t>
            </a:r>
          </a:p>
          <a:p>
            <a:r>
              <a:rPr lang="en-US" sz="1000" dirty="0"/>
              <a:t>- Collection for queue (</a:t>
            </a:r>
            <a:r>
              <a:rPr lang="en-US" sz="1000" dirty="0" err="1"/>
              <a:t>colReviewQueue</a:t>
            </a:r>
            <a:r>
              <a:rPr lang="en-US" sz="1000" dirty="0"/>
              <a:t>) - refresh after each action</a:t>
            </a:r>
          </a:p>
          <a:p>
            <a:r>
              <a:rPr lang="en-US" sz="1000" dirty="0"/>
              <a:t>- Filtered Gallery on right showing remaining queue items</a:t>
            </a:r>
          </a:p>
          <a:p>
            <a:r>
              <a:rPr lang="en-US" sz="1000" dirty="0"/>
              <a:t>- Timer for session tracking (how long on each review)</a:t>
            </a:r>
          </a:p>
          <a:p>
            <a:endParaRPr lang="en-US" sz="1000" dirty="0"/>
          </a:p>
          <a:p>
            <a:r>
              <a:rPr lang="en-US" sz="1000" dirty="0"/>
              <a:t>ACCESSIBILITY:</a:t>
            </a:r>
          </a:p>
          <a:p>
            <a:r>
              <a:rPr lang="en-US" sz="1000" dirty="0"/>
              <a:t>- Tab order: Card header → Comparison table → Notes → Actions</a:t>
            </a:r>
          </a:p>
          <a:p>
            <a:r>
              <a:rPr lang="en-US" sz="1000" dirty="0"/>
              <a:t>- Screen reader labels on all buttons</a:t>
            </a:r>
          </a:p>
          <a:p>
            <a:r>
              <a:rPr lang="en-US" sz="1000" dirty="0"/>
              <a:t>- Keyboard navigation throughout</a:t>
            </a:r>
          </a:p>
          <a:p>
            <a:r>
              <a:rPr lang="en-US" sz="1000" dirty="0"/>
              <a:t>- High contrast mode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EFDCA-DF23-6D97-BC93-5DA9496185D9}"/>
              </a:ext>
            </a:extLst>
          </p:cNvPr>
          <p:cNvSpPr txBox="1"/>
          <p:nvPr/>
        </p:nvSpPr>
        <p:spPr>
          <a:xfrm>
            <a:off x="3982065" y="681676"/>
            <a:ext cx="343145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Filter Logic:</a:t>
            </a:r>
          </a:p>
          <a:p>
            <a:r>
              <a:rPr lang="en-US" sz="1000" dirty="0"/>
              <a:t>- Region: Filters to countries in selected region</a:t>
            </a:r>
          </a:p>
          <a:p>
            <a:r>
              <a:rPr lang="en-US" sz="1000" dirty="0"/>
              <a:t>- Status: Filters to selected status</a:t>
            </a:r>
          </a:p>
          <a:p>
            <a:r>
              <a:rPr lang="en-US" sz="1000" dirty="0"/>
              <a:t>- Test Type: Shows only countries offering that test type</a:t>
            </a:r>
          </a:p>
          <a:p>
            <a:r>
              <a:rPr lang="en-US" sz="1000" dirty="0"/>
              <a:t>- Search: Searches country names</a:t>
            </a:r>
          </a:p>
          <a:p>
            <a:r>
              <a:rPr lang="en-US" sz="1000" dirty="0"/>
              <a:t>- All filters combine with AND logic</a:t>
            </a:r>
          </a:p>
          <a:p>
            <a:endParaRPr lang="en-US" sz="1000" dirty="0"/>
          </a:p>
          <a:p>
            <a:r>
              <a:rPr lang="en-US" sz="1000" dirty="0"/>
              <a:t>Table Sorting:</a:t>
            </a:r>
          </a:p>
          <a:p>
            <a:r>
              <a:rPr lang="en-US" sz="1000" dirty="0"/>
              <a:t>- Default: Sort by Status priority (Flagged first, then Submitted, etc.)</a:t>
            </a:r>
          </a:p>
          <a:p>
            <a:r>
              <a:rPr lang="en-US" sz="1000" dirty="0"/>
              <a:t>- Click column headers to sort</a:t>
            </a:r>
          </a:p>
          <a:p>
            <a:r>
              <a:rPr lang="en-US" sz="1000" dirty="0"/>
              <a:t>- Secondary sort: Submitted date (most recent first)</a:t>
            </a:r>
          </a:p>
          <a:p>
            <a:endParaRPr lang="en-US" sz="1000" dirty="0"/>
          </a:p>
          <a:p>
            <a:r>
              <a:rPr lang="en-US" sz="1000" dirty="0"/>
              <a:t>Action Buttons (Context-Sensitive):</a:t>
            </a:r>
          </a:p>
          <a:p>
            <a:r>
              <a:rPr lang="en-US" sz="1000" dirty="0"/>
              <a:t>1. [View]: Always available - opens read-only detail view</a:t>
            </a:r>
          </a:p>
          <a:p>
            <a:r>
              <a:rPr lang="en-US" sz="1000" dirty="0"/>
              <a:t>2. [Edit]: Available if Status = Draft OR Submitted (not yet approved)</a:t>
            </a:r>
          </a:p>
          <a:p>
            <a:r>
              <a:rPr lang="en-US" sz="1000" dirty="0"/>
              <a:t>3. [Review]: Available if Status = Flagged (opens review workflow)</a:t>
            </a:r>
          </a:p>
          <a:p>
            <a:r>
              <a:rPr lang="en-US" sz="1000" dirty="0"/>
              <a:t>4. [Remind]: Available if Status = Not Started or Draft (sends email)</a:t>
            </a:r>
          </a:p>
          <a:p>
            <a:endParaRPr lang="en-US" sz="1000" dirty="0"/>
          </a:p>
          <a:p>
            <a:r>
              <a:rPr lang="en-US" sz="1000" dirty="0"/>
              <a:t>Quick Actions:</a:t>
            </a:r>
          </a:p>
          <a:p>
            <a:r>
              <a:rPr lang="en-US" sz="1000" dirty="0"/>
              <a:t>1. "Review Flagged Items": </a:t>
            </a:r>
          </a:p>
          <a:p>
            <a:r>
              <a:rPr lang="en-US" sz="1000" dirty="0"/>
              <a:t>   - Navigates to Screen 2 (Review Queue)</a:t>
            </a:r>
          </a:p>
          <a:p>
            <a:r>
              <a:rPr lang="en-US" sz="1000" dirty="0"/>
              <a:t>   - Pre-filtered to flagged submissions only</a:t>
            </a:r>
          </a:p>
          <a:p>
            <a:r>
              <a:rPr lang="en-US" sz="1000" dirty="0"/>
              <a:t>   - Shows count in badge</a:t>
            </a:r>
          </a:p>
          <a:p>
            <a:endParaRPr lang="en-US" sz="1000" dirty="0"/>
          </a:p>
          <a:p>
            <a:r>
              <a:rPr lang="en-US" sz="1000" dirty="0"/>
              <a:t>2. "Send Reminder Emails":</a:t>
            </a:r>
          </a:p>
          <a:p>
            <a:r>
              <a:rPr lang="en-US" sz="1000" dirty="0"/>
              <a:t>   - Opens email template selector</a:t>
            </a:r>
          </a:p>
          <a:p>
            <a:r>
              <a:rPr lang="en-US" sz="1000" dirty="0"/>
              <a:t>   - Pre-selects countries that are late/not started</a:t>
            </a:r>
          </a:p>
          <a:p>
            <a:r>
              <a:rPr lang="en-US" sz="1000" dirty="0"/>
              <a:t>   - Batch send capability</a:t>
            </a:r>
          </a:p>
          <a:p>
            <a:endParaRPr lang="en-US" sz="1000" dirty="0"/>
          </a:p>
          <a:p>
            <a:r>
              <a:rPr lang="en-US" sz="1000" dirty="0"/>
              <a:t>3. "Export Report":</a:t>
            </a:r>
          </a:p>
          <a:p>
            <a:r>
              <a:rPr lang="en-US" sz="1000" dirty="0"/>
              <a:t>   - Downloads Excel with current filtered view</a:t>
            </a:r>
          </a:p>
          <a:p>
            <a:r>
              <a:rPr lang="en-US" sz="1000" dirty="0"/>
              <a:t>   - Includes: Country, Region, Status, Submitted Date, Test Count</a:t>
            </a:r>
          </a:p>
          <a:p>
            <a:r>
              <a:rPr lang="en-US" sz="1000" dirty="0"/>
              <a:t>   - Filename: "</a:t>
            </a:r>
            <a:r>
              <a:rPr lang="en-US" sz="1000" dirty="0" err="1"/>
              <a:t>SubmissionStatus</a:t>
            </a:r>
            <a:r>
              <a:rPr lang="en-US" sz="1000" dirty="0"/>
              <a:t>_[Month]_[Date].xlsx"</a:t>
            </a:r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FB9FF-E8C0-B4DA-F6BB-64E9D5FBC707}"/>
              </a:ext>
            </a:extLst>
          </p:cNvPr>
          <p:cNvSpPr txBox="1"/>
          <p:nvPr/>
        </p:nvSpPr>
        <p:spPr>
          <a:xfrm>
            <a:off x="7413524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Alert Box Logic:</a:t>
            </a:r>
          </a:p>
          <a:p>
            <a:r>
              <a:rPr lang="en-US" sz="1000" dirty="0"/>
              <a:t>- Appears only if there are items needing attention</a:t>
            </a:r>
          </a:p>
          <a:p>
            <a:r>
              <a:rPr lang="en-US" sz="1000" dirty="0"/>
              <a:t>- Flagged count &gt; 0 OR Not Started count &gt; threshold</a:t>
            </a:r>
          </a:p>
          <a:p>
            <a:r>
              <a:rPr lang="en-US" sz="1000" dirty="0"/>
              <a:t>- Clickable - links to relevant items</a:t>
            </a:r>
          </a:p>
          <a:p>
            <a:endParaRPr lang="en-US" sz="1000" dirty="0"/>
          </a:p>
          <a:p>
            <a:r>
              <a:rPr lang="en-US" sz="1000" dirty="0"/>
              <a:t>Pagination:</a:t>
            </a:r>
          </a:p>
          <a:p>
            <a:r>
              <a:rPr lang="en-US" sz="1000" dirty="0"/>
              <a:t>- Show 10 countries per page (configurable)</a:t>
            </a:r>
          </a:p>
          <a:p>
            <a:r>
              <a:rPr lang="en-US" sz="1000" dirty="0"/>
              <a:t>- Performance optimization for 100+ country scenarios</a:t>
            </a:r>
          </a:p>
          <a:p>
            <a:endParaRPr lang="en-US" sz="1000" dirty="0"/>
          </a:p>
          <a:p>
            <a:r>
              <a:rPr lang="en-US" sz="1000" dirty="0"/>
              <a:t>Auto-Refresh:</a:t>
            </a:r>
          </a:p>
          <a:p>
            <a:r>
              <a:rPr lang="en-US" sz="1000" dirty="0"/>
              <a:t>- Data refreshes every 5 minutes automatically</a:t>
            </a:r>
          </a:p>
          <a:p>
            <a:r>
              <a:rPr lang="en-US" sz="1000" dirty="0"/>
              <a:t>- Manual refresh button available</a:t>
            </a:r>
          </a:p>
          <a:p>
            <a:r>
              <a:rPr lang="en-US" sz="1000" dirty="0"/>
              <a:t>- Shows "Last updated: [timestamp]"</a:t>
            </a:r>
          </a:p>
          <a:p>
            <a:endParaRPr lang="en-US" sz="1000" dirty="0"/>
          </a:p>
          <a:p>
            <a:r>
              <a:rPr lang="en-US" sz="1000" dirty="0"/>
              <a:t>Row Click Behavior:</a:t>
            </a:r>
          </a:p>
          <a:p>
            <a:r>
              <a:rPr lang="en-US" sz="1000" dirty="0"/>
              <a:t>- Click anywhere on row → View detail screen</a:t>
            </a:r>
          </a:p>
          <a:p>
            <a:r>
              <a:rPr lang="en-US" sz="1000" dirty="0"/>
              <a:t>- Shows submission details (same as confirmation screen)</a:t>
            </a:r>
          </a:p>
          <a:p>
            <a:r>
              <a:rPr lang="en-US" sz="1000" dirty="0"/>
              <a:t>- Read-only unless Edit button clicked</a:t>
            </a:r>
          </a:p>
          <a:p>
            <a:endParaRPr lang="en-US" sz="1000" dirty="0"/>
          </a:p>
          <a:p>
            <a:r>
              <a:rPr lang="en-US" sz="1000" dirty="0"/>
              <a:t>Color Coding:</a:t>
            </a:r>
          </a:p>
          <a:p>
            <a:r>
              <a:rPr lang="en-US" sz="1000" dirty="0"/>
              <a:t>- Red rows (🔴): Overdue or not started (past deadline)</a:t>
            </a:r>
          </a:p>
          <a:p>
            <a:r>
              <a:rPr lang="en-US" sz="1000" dirty="0"/>
              <a:t>- Orange rows (🟠): Flagged, needs immediate attention</a:t>
            </a:r>
          </a:p>
          <a:p>
            <a:r>
              <a:rPr lang="en-US" sz="1000" dirty="0"/>
              <a:t>- Green rows (🟢): Approved, all good</a:t>
            </a:r>
          </a:p>
          <a:p>
            <a:r>
              <a:rPr lang="en-US" sz="1000" dirty="0"/>
              <a:t>- Gray rows (⚪): Draft, in progress</a:t>
            </a:r>
          </a:p>
          <a:p>
            <a:endParaRPr lang="en-US" sz="1000" dirty="0"/>
          </a:p>
          <a:p>
            <a:r>
              <a:rPr lang="en-US" sz="1000" dirty="0"/>
              <a:t>Navigation:</a:t>
            </a:r>
          </a:p>
          <a:p>
            <a:r>
              <a:rPr lang="en-US" sz="1000" dirty="0"/>
              <a:t>- View button → Detail screen</a:t>
            </a:r>
          </a:p>
          <a:p>
            <a:r>
              <a:rPr lang="en-US" sz="1000" dirty="0"/>
              <a:t>- Edit button → Edit form (pre-populated)</a:t>
            </a:r>
          </a:p>
          <a:p>
            <a:r>
              <a:rPr lang="en-US" sz="1000" dirty="0"/>
              <a:t>- Review button → Screen 2 (Review Queue)</a:t>
            </a:r>
          </a:p>
          <a:p>
            <a:r>
              <a:rPr lang="en-US" sz="1000" dirty="0"/>
              <a:t>- Country name click → Full submission history for that country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Gallery control with Items = Sort(Filter(</a:t>
            </a:r>
            <a:r>
              <a:rPr lang="en-US" sz="1000" dirty="0" err="1"/>
              <a:t>tbl_VolumeSubmissions</a:t>
            </a:r>
            <a:r>
              <a:rPr lang="en-US" sz="1000" dirty="0"/>
              <a:t>...), ...)</a:t>
            </a:r>
          </a:p>
          <a:p>
            <a:r>
              <a:rPr lang="en-US" sz="1000" dirty="0"/>
              <a:t>- Real-time calculations using </a:t>
            </a:r>
            <a:r>
              <a:rPr lang="en-US" sz="1000" dirty="0" err="1"/>
              <a:t>CountRows</a:t>
            </a:r>
            <a:r>
              <a:rPr lang="en-US" sz="1000" dirty="0"/>
              <a:t>(), Filter()</a:t>
            </a:r>
          </a:p>
          <a:p>
            <a:r>
              <a:rPr lang="en-US" sz="1000" dirty="0"/>
              <a:t>- Status logic in gallery template</a:t>
            </a:r>
          </a:p>
          <a:p>
            <a:r>
              <a:rPr lang="en-US" sz="1000" dirty="0"/>
              <a:t>- Timer control for auto-refresh (5 min = 300000 </a:t>
            </a:r>
            <a:r>
              <a:rPr lang="en-US" sz="1000" dirty="0" err="1"/>
              <a:t>ms</a:t>
            </a:r>
            <a:r>
              <a:rPr lang="en-US" sz="1000" dirty="0"/>
              <a:t>)</a:t>
            </a:r>
          </a:p>
          <a:p>
            <a:r>
              <a:rPr lang="en-US" sz="1000" dirty="0"/>
              <a:t>- Concurrent data loads for performance</a:t>
            </a:r>
          </a:p>
        </p:txBody>
      </p:sp>
    </p:spTree>
    <p:extLst>
      <p:ext uri="{BB962C8B-B14F-4D97-AF65-F5344CB8AC3E}">
        <p14:creationId xmlns:p14="http://schemas.microsoft.com/office/powerpoint/2010/main" val="55284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BC23-A149-5400-D7B0-E8716C5A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1BF7-19FF-701F-9848-A2992901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Review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E640-F765-4BD2-0A2F-E08194238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Detailed review of flagged submissions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6E6AA8-2421-DE34-9484-8E654955EDA3}"/>
              </a:ext>
            </a:extLst>
          </p:cNvPr>
          <p:cNvSpPr txBox="1"/>
          <p:nvPr/>
        </p:nvSpPr>
        <p:spPr>
          <a:xfrm>
            <a:off x="510346" y="1222786"/>
            <a:ext cx="10683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 ← Back to Overview ] Home &gt; Review Queue</a:t>
            </a:r>
          </a:p>
          <a:p>
            <a:r>
              <a:rPr lang="en-US" sz="1400" b="1" dirty="0"/>
              <a:t>Review Queue - 3 Items Requiring Attention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98541-B077-ABBE-D299-9D15D46B2846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🏢 </a:t>
            </a:r>
            <a:r>
              <a:rPr lang="en-US" dirty="0">
                <a:solidFill>
                  <a:schemeClr val="tx1"/>
                </a:solidFill>
              </a:rPr>
              <a:t>Data Quality Dashboard | Analyst: Alice Katt | [Settings]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04F940-26DD-DD49-FBD7-A7329CBD4035}"/>
              </a:ext>
            </a:extLst>
          </p:cNvPr>
          <p:cNvSpPr/>
          <p:nvPr/>
        </p:nvSpPr>
        <p:spPr>
          <a:xfrm>
            <a:off x="510346" y="1691103"/>
            <a:ext cx="10373039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</a:rPr>
              <a:t>Show: [All Flagged ▼]  Sort by: [Priority ▼]  Country: [All ▼]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2F119-84BA-725E-7A62-70E19321929E}"/>
              </a:ext>
            </a:extLst>
          </p:cNvPr>
          <p:cNvSpPr/>
          <p:nvPr/>
        </p:nvSpPr>
        <p:spPr>
          <a:xfrm>
            <a:off x="678420" y="2091213"/>
            <a:ext cx="10525117" cy="4555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879A4-490F-51E7-DDA5-52A43AFA03A2}"/>
              </a:ext>
            </a:extLst>
          </p:cNvPr>
          <p:cNvSpPr txBox="1"/>
          <p:nvPr/>
        </p:nvSpPr>
        <p:spPr>
          <a:xfrm>
            <a:off x="816076" y="2251587"/>
            <a:ext cx="40803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🟠 FLAGGED: France - November 2025                      </a:t>
            </a:r>
          </a:p>
          <a:p>
            <a:r>
              <a:rPr lang="en-US" sz="1200" dirty="0"/>
              <a:t>Submission ID: SUB-202511-FRA-001                   </a:t>
            </a:r>
          </a:p>
          <a:p>
            <a:r>
              <a:rPr lang="en-US" sz="1200" dirty="0"/>
              <a:t>Submitted: November 24, 2025 at 8:45 AM                </a:t>
            </a:r>
          </a:p>
          <a:p>
            <a:r>
              <a:rPr lang="en-US" sz="1200" dirty="0"/>
              <a:t>Coordinator: Marie Dubois (marie.dubois.demo@outlook.com)</a:t>
            </a:r>
          </a:p>
          <a:p>
            <a:br>
              <a:rPr lang="en-US" sz="1200" dirty="0"/>
            </a:br>
            <a:r>
              <a:rPr lang="en-US" sz="1200" dirty="0"/>
              <a:t>FLAGS (2):                                               </a:t>
            </a:r>
          </a:p>
          <a:p>
            <a:r>
              <a:rPr lang="en-US" sz="1200" dirty="0"/>
              <a:t>⚠️ Anomaly - High: PM Cert actual 16% below budget</a:t>
            </a:r>
          </a:p>
          <a:p>
            <a:r>
              <a:rPr lang="en-US" sz="1200" dirty="0"/>
              <a:t>⚠️ Variance: PM Cert down 23% vs prior month          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A8CF0-DDF0-3766-D31C-56E409FCCC58}"/>
              </a:ext>
            </a:extLst>
          </p:cNvPr>
          <p:cNvSpPr txBox="1"/>
          <p:nvPr/>
        </p:nvSpPr>
        <p:spPr>
          <a:xfrm>
            <a:off x="678420" y="4382353"/>
            <a:ext cx="55847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┌────────────────────────────────────────────────────────────────────┐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200" dirty="0"/>
              <a:t>│ Test Type                                             │ Submitted │ Budget │ Prior Month │ Variance   │ │───────────────────────────────────────────────────────────────────  │  │ Leadership Fundamentals                450                500               475                -5% ✓         │</a:t>
            </a:r>
          </a:p>
          <a:p>
            <a:r>
              <a:rPr lang="en-US" sz="1200" dirty="0"/>
              <a:t>│ Data Analytics Essentials                   320                350               340                -6% ✓          </a:t>
            </a:r>
          </a:p>
          <a:p>
            <a:r>
              <a:rPr lang="en-US" sz="1200" dirty="0"/>
              <a:t>│ Project Management Cert Prep   ⚠️ 125             150               162               -23% ⚠️    │</a:t>
            </a:r>
          </a:p>
          <a:p>
            <a:r>
              <a:rPr lang="en-US" sz="1200" dirty="0"/>
              <a:t>└────────────────────────────────────────────────────────────────────┘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 sz="1200" dirty="0"/>
          </a:p>
          <a:p>
            <a:r>
              <a:rPr lang="en-US" sz="1200" dirty="0"/>
              <a:t>Legend: ✓ Within tolerance  ⚠️ Outside threshold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59BF29-BE9D-1EB9-F96A-3DDA2FACD374}"/>
              </a:ext>
            </a:extLst>
          </p:cNvPr>
          <p:cNvSpPr txBox="1"/>
          <p:nvPr/>
        </p:nvSpPr>
        <p:spPr>
          <a:xfrm>
            <a:off x="4652950" y="2103985"/>
            <a:ext cx="31538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Anomaly Analysis</a:t>
            </a:r>
          </a:p>
          <a:p>
            <a:r>
              <a:rPr lang="en-US" sz="1200" dirty="0"/>
              <a:t>                                                        </a:t>
            </a:r>
          </a:p>
          <a:p>
            <a:r>
              <a:rPr lang="en-US" sz="1200" dirty="0"/>
              <a:t>PM Cert Prep - Actual Volume: 125                      </a:t>
            </a:r>
          </a:p>
          <a:p>
            <a:r>
              <a:rPr lang="en-US" sz="1200" dirty="0"/>
              <a:t>• 16.7% below budget (150)                              </a:t>
            </a:r>
          </a:p>
          <a:p>
            <a:r>
              <a:rPr lang="en-US" sz="1200" dirty="0"/>
              <a:t>• 22.8% decrease vs prior month (162)                   </a:t>
            </a:r>
          </a:p>
          <a:p>
            <a:r>
              <a:rPr lang="en-US" sz="1200" dirty="0"/>
              <a:t>• Historical avg (6 months): 158                        </a:t>
            </a:r>
          </a:p>
          <a:p>
            <a:r>
              <a:rPr lang="en-US" sz="1200" dirty="0"/>
              <a:t>                                                         </a:t>
            </a:r>
          </a:p>
          <a:p>
            <a:r>
              <a:rPr lang="en-US" sz="1200" dirty="0"/>
              <a:t>Possible causes:                                         </a:t>
            </a:r>
          </a:p>
          <a:p>
            <a:r>
              <a:rPr lang="en-US" sz="1200" dirty="0"/>
              <a:t>• Seasonal variation (holiday season)                    </a:t>
            </a:r>
          </a:p>
          <a:p>
            <a:r>
              <a:rPr lang="en-US" sz="1200" dirty="0"/>
              <a:t>• Marketing campaign delay                               </a:t>
            </a:r>
          </a:p>
          <a:p>
            <a:r>
              <a:rPr lang="en-US" sz="1200" dirty="0"/>
              <a:t>• Pricing changes                                        </a:t>
            </a:r>
          </a:p>
          <a:p>
            <a:r>
              <a:rPr lang="en-US" sz="1200" dirty="0"/>
              <a:t>• Test schedule adjustments                       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B0D10D-1914-02B7-D6AE-5A78814FD1F0}"/>
              </a:ext>
            </a:extLst>
          </p:cNvPr>
          <p:cNvSpPr txBox="1"/>
          <p:nvPr/>
        </p:nvSpPr>
        <p:spPr>
          <a:xfrm>
            <a:off x="7806813" y="2113087"/>
            <a:ext cx="3153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Coordinator Notes:</a:t>
            </a:r>
            <a:br>
              <a:rPr lang="en-US" sz="1200" dirty="0"/>
            </a:br>
            <a:r>
              <a:rPr lang="en-US" sz="1200" dirty="0"/>
              <a:t>(None provided)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2FA2C2-019F-8E51-65C4-F6E81F8F9889}"/>
              </a:ext>
            </a:extLst>
          </p:cNvPr>
          <p:cNvSpPr txBox="1"/>
          <p:nvPr/>
        </p:nvSpPr>
        <p:spPr>
          <a:xfrm>
            <a:off x="7677904" y="3058093"/>
            <a:ext cx="31538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Analyst Review:</a:t>
            </a:r>
            <a:br>
              <a:rPr lang="en-US" sz="1200" dirty="0"/>
            </a:br>
            <a:r>
              <a:rPr lang="en-US" sz="1200" dirty="0"/>
              <a:t>[Text area for analyst notes]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 Enter your analysis, questions, or approval notes...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Resolution: [Select action ▼]</a:t>
            </a:r>
          </a:p>
          <a:p>
            <a:r>
              <a:rPr lang="en-US" sz="1200" dirty="0"/>
              <a:t> Options: Approve | Request Clarification | Reject | Manually Adjust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EDDC7D8-04A0-C9B9-FB3C-F0D1BFEE808A}"/>
              </a:ext>
            </a:extLst>
          </p:cNvPr>
          <p:cNvSpPr/>
          <p:nvPr/>
        </p:nvSpPr>
        <p:spPr>
          <a:xfrm>
            <a:off x="7543636" y="5366417"/>
            <a:ext cx="1317523" cy="2616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[ Manual Adjust ] 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F5FFE1-83DB-5702-6384-2A10AD4CF3E1}"/>
              </a:ext>
            </a:extLst>
          </p:cNvPr>
          <p:cNvSpPr/>
          <p:nvPr/>
        </p:nvSpPr>
        <p:spPr>
          <a:xfrm>
            <a:off x="7543636" y="4997164"/>
            <a:ext cx="1317523" cy="26161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[ Approve &amp; Continue ]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BCCEB63-E92F-8212-B75B-9B6BC685048F}"/>
              </a:ext>
            </a:extLst>
          </p:cNvPr>
          <p:cNvSpPr/>
          <p:nvPr/>
        </p:nvSpPr>
        <p:spPr>
          <a:xfrm>
            <a:off x="9115430" y="4997164"/>
            <a:ext cx="1317523" cy="2616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[ Request Clarification ]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1989FE0-94AF-50C2-D90A-30C7DE8665C8}"/>
              </a:ext>
            </a:extLst>
          </p:cNvPr>
          <p:cNvSpPr/>
          <p:nvPr/>
        </p:nvSpPr>
        <p:spPr>
          <a:xfrm>
            <a:off x="9115430" y="5375530"/>
            <a:ext cx="1317523" cy="26161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[ Skip for Now ]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4DA57D-1062-8B4B-0826-D6868C46315D}"/>
              </a:ext>
            </a:extLst>
          </p:cNvPr>
          <p:cNvSpPr txBox="1"/>
          <p:nvPr/>
        </p:nvSpPr>
        <p:spPr>
          <a:xfrm>
            <a:off x="6431216" y="6043902"/>
            <a:ext cx="4529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Reviewing item 1 of 3     [ ← Previous ]  [ Next → ]     [ Jump to: [▼] ]</a:t>
            </a:r>
          </a:p>
        </p:txBody>
      </p:sp>
    </p:spTree>
    <p:extLst>
      <p:ext uri="{BB962C8B-B14F-4D97-AF65-F5344CB8AC3E}">
        <p14:creationId xmlns:p14="http://schemas.microsoft.com/office/powerpoint/2010/main" val="213862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BF79-F513-C2EE-3261-533A4D6F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233C-16F7-3326-258E-7CA97ADD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Review Queue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78689C-3B96-26E3-A86A-92AF019D2AE3}"/>
              </a:ext>
            </a:extLst>
          </p:cNvPr>
          <p:cNvSpPr txBox="1"/>
          <p:nvPr/>
        </p:nvSpPr>
        <p:spPr>
          <a:xfrm>
            <a:off x="550606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(all countries, current month)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(for country names, regions)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tbl_CountryTestTypes</a:t>
            </a:r>
            <a:r>
              <a:rPr lang="en-US" sz="1000" dirty="0"/>
              <a:t> (for expected test type count)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tbl_UserCountries</a:t>
            </a:r>
            <a:r>
              <a:rPr lang="en-US" sz="1000" dirty="0"/>
              <a:t> (for coordinator info)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tbl_DataQualityFlags</a:t>
            </a:r>
            <a:r>
              <a:rPr lang="en-US" sz="1000" dirty="0"/>
              <a:t> (for flagged count)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Month selector at top (defaults to current month)</a:t>
            </a:r>
          </a:p>
          <a:p>
            <a:r>
              <a:rPr lang="en-US" sz="1000" dirty="0"/>
              <a:t>- Shows ALL countries, not filtered by user</a:t>
            </a:r>
          </a:p>
          <a:p>
            <a:r>
              <a:rPr lang="en-US" sz="1000" dirty="0"/>
              <a:t>- Real-time data (refreshes every 5 minutes)</a:t>
            </a:r>
          </a:p>
          <a:p>
            <a:endParaRPr lang="en-US" sz="1000" dirty="0"/>
          </a:p>
          <a:p>
            <a:r>
              <a:rPr lang="en-US" sz="1000" dirty="0"/>
              <a:t>Key Metrics Cards:</a:t>
            </a:r>
          </a:p>
          <a:p>
            <a:r>
              <a:rPr lang="en-US" sz="1000" dirty="0"/>
              <a:t>1. Submitted: Count where Status IN ('</a:t>
            </a:r>
            <a:r>
              <a:rPr lang="en-US" sz="1000" dirty="0" err="1"/>
              <a:t>Submitted','Validated','Flagged','Approved</a:t>
            </a:r>
            <a:r>
              <a:rPr lang="en-US" sz="1000" dirty="0"/>
              <a:t>')</a:t>
            </a:r>
          </a:p>
          <a:p>
            <a:r>
              <a:rPr lang="en-US" sz="1000" dirty="0"/>
              <a:t>2. Pending: Count where Status = 'Submitted' (awaiting first review)</a:t>
            </a:r>
          </a:p>
          <a:p>
            <a:r>
              <a:rPr lang="en-US" sz="1000" dirty="0"/>
              <a:t>3. Flagged: Count where Status = 'Flagged' OR </a:t>
            </a:r>
            <a:r>
              <a:rPr lang="en-US" sz="1000" dirty="0" err="1"/>
              <a:t>DataQualityFlags</a:t>
            </a:r>
            <a:r>
              <a:rPr lang="en-US" sz="1000" dirty="0"/>
              <a:t> &gt; 0</a:t>
            </a:r>
          </a:p>
          <a:p>
            <a:r>
              <a:rPr lang="en-US" sz="1000" dirty="0"/>
              <a:t>4. Approved: Count where Status = 'Approved'</a:t>
            </a:r>
          </a:p>
          <a:p>
            <a:endParaRPr lang="en-US" sz="1000" dirty="0"/>
          </a:p>
          <a:p>
            <a:r>
              <a:rPr lang="en-US" sz="1000" dirty="0"/>
              <a:t>Status Calculation:</a:t>
            </a:r>
          </a:p>
          <a:p>
            <a:r>
              <a:rPr lang="en-US" sz="1000" dirty="0"/>
              <a:t>- 🟢 Approved: Status = 'Approved'</a:t>
            </a:r>
          </a:p>
          <a:p>
            <a:r>
              <a:rPr lang="en-US" sz="1000" dirty="0"/>
              <a:t>- 🟡 Validated: Status = 'Validated'</a:t>
            </a:r>
          </a:p>
          <a:p>
            <a:r>
              <a:rPr lang="en-US" sz="1000" dirty="0"/>
              <a:t>- 🟠 Flagged: Status = 'Flagged' OR has active data quality flags</a:t>
            </a:r>
          </a:p>
          <a:p>
            <a:r>
              <a:rPr lang="en-US" sz="1000" dirty="0"/>
              <a:t>- 🔵 Submitted: Status = 'Submitted' (new, not yet reviewed)</a:t>
            </a:r>
          </a:p>
          <a:p>
            <a:r>
              <a:rPr lang="en-US" sz="1000" dirty="0"/>
              <a:t>- ⚪ Draft: Status = 'Draft' (started but not submitted)</a:t>
            </a:r>
          </a:p>
          <a:p>
            <a:r>
              <a:rPr lang="en-US" sz="1000" dirty="0"/>
              <a:t>- 🔴 Not Started: No record exists for this country/month</a:t>
            </a:r>
          </a:p>
          <a:p>
            <a:endParaRPr lang="en-US" sz="1000" dirty="0"/>
          </a:p>
          <a:p>
            <a:r>
              <a:rPr lang="en-US" sz="1000" dirty="0"/>
              <a:t>Tests Column:</a:t>
            </a:r>
          </a:p>
          <a:p>
            <a:r>
              <a:rPr lang="en-US" sz="1000" dirty="0"/>
              <a:t>- Shows: [Submitted] / [Expected]</a:t>
            </a:r>
          </a:p>
          <a:p>
            <a:r>
              <a:rPr lang="en-US" sz="1000" dirty="0"/>
              <a:t>- Example: 3/3 means all 3 expected test types submitted</a:t>
            </a:r>
          </a:p>
          <a:p>
            <a:r>
              <a:rPr lang="en-US" sz="1000" dirty="0"/>
              <a:t>- Example: 2/3 means missing 1 test type</a:t>
            </a:r>
          </a:p>
          <a:p>
            <a:r>
              <a:rPr lang="en-US" sz="1000" dirty="0"/>
              <a:t>- Expected count from </a:t>
            </a:r>
            <a:r>
              <a:rPr lang="en-US" sz="1000" dirty="0" err="1"/>
              <a:t>tbl_CountryTestTypes</a:t>
            </a:r>
            <a:r>
              <a:rPr lang="en-US" sz="1000" dirty="0"/>
              <a:t> WHERE </a:t>
            </a:r>
            <a:r>
              <a:rPr lang="en-US" sz="1000" dirty="0" err="1"/>
              <a:t>IsActive</a:t>
            </a:r>
            <a:r>
              <a:rPr lang="en-US" sz="1000" dirty="0"/>
              <a:t> = Yes</a:t>
            </a:r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13E78-CFC9-839D-F91F-1DE1FCB83D12}"/>
              </a:ext>
            </a:extLst>
          </p:cNvPr>
          <p:cNvSpPr txBox="1"/>
          <p:nvPr/>
        </p:nvSpPr>
        <p:spPr>
          <a:xfrm>
            <a:off x="3982065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3. Anomaly Details:</a:t>
            </a:r>
          </a:p>
          <a:p>
            <a:r>
              <a:rPr lang="en-US" sz="1000" dirty="0"/>
              <a:t>   - Auto-generated analysis based on flag type</a:t>
            </a:r>
          </a:p>
          <a:p>
            <a:r>
              <a:rPr lang="en-US" sz="1000" dirty="0"/>
              <a:t>   - Shows specific numbers and percentages</a:t>
            </a:r>
          </a:p>
          <a:p>
            <a:r>
              <a:rPr lang="en-US" sz="1000" dirty="0"/>
              <a:t>   - Historical context (6-month average)</a:t>
            </a:r>
          </a:p>
          <a:p>
            <a:r>
              <a:rPr lang="en-US" sz="1000" dirty="0"/>
              <a:t>   - Suggested possible causes (predefined list based on patterns)</a:t>
            </a:r>
          </a:p>
          <a:p>
            <a:r>
              <a:rPr lang="en-US" sz="1000" dirty="0"/>
              <a:t>   </a:t>
            </a:r>
          </a:p>
          <a:p>
            <a:r>
              <a:rPr lang="en-US" sz="1000" dirty="0"/>
              <a:t>4. Coordinator Notes:</a:t>
            </a:r>
          </a:p>
          <a:p>
            <a:r>
              <a:rPr lang="en-US" sz="1000" dirty="0"/>
              <a:t>   - Pulled from </a:t>
            </a:r>
            <a:r>
              <a:rPr lang="en-US" sz="1000" dirty="0" err="1"/>
              <a:t>VolumeSubmissions.ValidationNotes</a:t>
            </a:r>
            <a:endParaRPr lang="en-US" sz="1000" dirty="0"/>
          </a:p>
          <a:p>
            <a:r>
              <a:rPr lang="en-US" sz="1000" dirty="0"/>
              <a:t>   - Shows if coordinator provided explanation during submission</a:t>
            </a:r>
          </a:p>
          <a:p>
            <a:r>
              <a:rPr lang="en-US" sz="1000" dirty="0"/>
              <a:t>   - Empty if no notes provided</a:t>
            </a:r>
          </a:p>
          <a:p>
            <a:endParaRPr lang="en-US" sz="1000" dirty="0"/>
          </a:p>
          <a:p>
            <a:r>
              <a:rPr lang="en-US" sz="1000" dirty="0"/>
              <a:t>ANALYST ACTIONS:</a:t>
            </a:r>
          </a:p>
          <a:p>
            <a:endParaRPr lang="en-US" sz="1000" dirty="0"/>
          </a:p>
          <a:p>
            <a:r>
              <a:rPr lang="en-US" sz="1000" dirty="0"/>
              <a:t>1. Approve &amp; Continue:</a:t>
            </a:r>
          </a:p>
          <a:p>
            <a:r>
              <a:rPr lang="en-US" sz="1000" dirty="0"/>
              <a:t>   - Changes submission Status to 'Validated'</a:t>
            </a:r>
          </a:p>
          <a:p>
            <a:r>
              <a:rPr lang="en-US" sz="1000" dirty="0"/>
              <a:t>   - Changes all related </a:t>
            </a:r>
            <a:r>
              <a:rPr lang="en-US" sz="1000" dirty="0" err="1"/>
              <a:t>DataQualityFlags</a:t>
            </a:r>
            <a:r>
              <a:rPr lang="en-US" sz="1000" dirty="0"/>
              <a:t> Status to 'Dismissed'</a:t>
            </a:r>
          </a:p>
          <a:p>
            <a:r>
              <a:rPr lang="en-US" sz="1000" dirty="0"/>
              <a:t>   - Sets </a:t>
            </a:r>
            <a:r>
              <a:rPr lang="en-US" sz="1000" dirty="0" err="1"/>
              <a:t>ValidatedDate</a:t>
            </a:r>
            <a:r>
              <a:rPr lang="en-US" sz="1000" dirty="0"/>
              <a:t>, </a:t>
            </a:r>
            <a:r>
              <a:rPr lang="en-US" sz="1000" dirty="0" err="1"/>
              <a:t>ValidatedByEmail</a:t>
            </a:r>
            <a:r>
              <a:rPr lang="en-US" sz="1000" dirty="0"/>
              <a:t>, </a:t>
            </a:r>
            <a:r>
              <a:rPr lang="en-US" sz="1000" dirty="0" err="1"/>
              <a:t>ValidatedByName</a:t>
            </a:r>
            <a:endParaRPr lang="en-US" sz="1000" dirty="0"/>
          </a:p>
          <a:p>
            <a:r>
              <a:rPr lang="en-US" sz="1000" dirty="0"/>
              <a:t>   - Adds analyst notes to </a:t>
            </a:r>
            <a:r>
              <a:rPr lang="en-US" sz="1000" dirty="0" err="1"/>
              <a:t>ValidationNotes</a:t>
            </a:r>
            <a:r>
              <a:rPr lang="en-US" sz="1000" dirty="0"/>
              <a:t> field</a:t>
            </a:r>
          </a:p>
          <a:p>
            <a:r>
              <a:rPr lang="en-US" sz="1000" dirty="0"/>
              <a:t>   - Logs action in </a:t>
            </a:r>
            <a:r>
              <a:rPr lang="en-US" sz="1000" dirty="0" err="1"/>
              <a:t>tbl_SubmissionHistory</a:t>
            </a:r>
            <a:endParaRPr lang="en-US" sz="1000" dirty="0"/>
          </a:p>
          <a:p>
            <a:r>
              <a:rPr lang="en-US" sz="1000" dirty="0"/>
              <a:t>   - Auto-advances to next item in queue</a:t>
            </a:r>
          </a:p>
          <a:p>
            <a:r>
              <a:rPr lang="en-US" sz="1000" dirty="0"/>
              <a:t>   - Sends email notification to coordinator (approved)</a:t>
            </a:r>
          </a:p>
          <a:p>
            <a:endParaRPr lang="en-US" sz="1000" dirty="0"/>
          </a:p>
          <a:p>
            <a:r>
              <a:rPr lang="en-US" sz="1000" dirty="0"/>
              <a:t>2. Request Clarification:</a:t>
            </a:r>
          </a:p>
          <a:p>
            <a:r>
              <a:rPr lang="en-US" sz="1000" dirty="0"/>
              <a:t>   - Keeps Status as 'Flagged'</a:t>
            </a:r>
          </a:p>
          <a:p>
            <a:r>
              <a:rPr lang="en-US" sz="1000" dirty="0"/>
              <a:t>   - Changes </a:t>
            </a:r>
            <a:r>
              <a:rPr lang="en-US" sz="1000" dirty="0" err="1"/>
              <a:t>DataQualityFlags</a:t>
            </a:r>
            <a:r>
              <a:rPr lang="en-US" sz="1000" dirty="0"/>
              <a:t> Status to 'Pending Response'</a:t>
            </a:r>
          </a:p>
          <a:p>
            <a:r>
              <a:rPr lang="en-US" sz="1000" dirty="0"/>
              <a:t>   - Sends email to coordinator with analyst's questions</a:t>
            </a:r>
          </a:p>
          <a:p>
            <a:r>
              <a:rPr lang="en-US" sz="1000" dirty="0"/>
              <a:t>   - Logs communication in </a:t>
            </a:r>
            <a:r>
              <a:rPr lang="en-US" sz="1000" dirty="0" err="1"/>
              <a:t>tbl_Communications</a:t>
            </a:r>
            <a:endParaRPr lang="en-US" sz="1000" dirty="0"/>
          </a:p>
          <a:p>
            <a:r>
              <a:rPr lang="en-US" sz="1000" dirty="0"/>
              <a:t>   - Submission moves to "Waiting for Response" queue</a:t>
            </a:r>
          </a:p>
          <a:p>
            <a:r>
              <a:rPr lang="en-US" sz="1000" dirty="0"/>
              <a:t>   - Coordinator receives email with link to respond</a:t>
            </a:r>
          </a:p>
          <a:p>
            <a:r>
              <a:rPr lang="en-US" sz="1000" dirty="0"/>
              <a:t>   - Analyst notified when coordinator responds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CC7FC-5B56-145F-B842-35D8F8B8A2CA}"/>
              </a:ext>
            </a:extLst>
          </p:cNvPr>
          <p:cNvSpPr txBox="1"/>
          <p:nvPr/>
        </p:nvSpPr>
        <p:spPr>
          <a:xfrm>
            <a:off x="7413524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3. Manual Adjust:</a:t>
            </a:r>
          </a:p>
          <a:p>
            <a:r>
              <a:rPr lang="en-US" sz="1000" dirty="0"/>
              <a:t>   - Opens inline edit form</a:t>
            </a:r>
          </a:p>
          <a:p>
            <a:r>
              <a:rPr lang="en-US" sz="1000" dirty="0"/>
              <a:t>   - Shows current values in editable fields</a:t>
            </a:r>
          </a:p>
          <a:p>
            <a:r>
              <a:rPr lang="en-US" sz="1000" dirty="0"/>
              <a:t>   - Requires reason code (dropdown + free text)</a:t>
            </a:r>
          </a:p>
          <a:p>
            <a:r>
              <a:rPr lang="en-US" sz="1000" dirty="0"/>
              <a:t>   - Changes Status to 'Validated'</a:t>
            </a:r>
          </a:p>
          <a:p>
            <a:r>
              <a:rPr lang="en-US" sz="1000" dirty="0"/>
              <a:t>   - Logs original and new values in </a:t>
            </a:r>
            <a:r>
              <a:rPr lang="en-US" sz="1000" dirty="0" err="1"/>
              <a:t>tbl_SubmissionHistory</a:t>
            </a:r>
            <a:endParaRPr lang="en-US" sz="1000" dirty="0"/>
          </a:p>
          <a:p>
            <a:r>
              <a:rPr lang="en-US" sz="1000" dirty="0"/>
              <a:t>   - Sets flag: </a:t>
            </a:r>
            <a:r>
              <a:rPr lang="en-US" sz="1000" dirty="0" err="1"/>
              <a:t>ManuallyAdjusted</a:t>
            </a:r>
            <a:r>
              <a:rPr lang="en-US" sz="1000" dirty="0"/>
              <a:t> = Yes</a:t>
            </a:r>
          </a:p>
          <a:p>
            <a:r>
              <a:rPr lang="en-US" sz="1000" dirty="0"/>
              <a:t>   - Audit trail preserved</a:t>
            </a:r>
          </a:p>
          <a:p>
            <a:r>
              <a:rPr lang="en-US" sz="1000" dirty="0"/>
              <a:t>   - Coordinator notified of adjustment with explanation</a:t>
            </a:r>
          </a:p>
          <a:p>
            <a:endParaRPr lang="en-US" sz="1000" dirty="0"/>
          </a:p>
          <a:p>
            <a:r>
              <a:rPr lang="en-US" sz="1000" dirty="0"/>
              <a:t>4. Skip for Now:</a:t>
            </a:r>
          </a:p>
          <a:p>
            <a:r>
              <a:rPr lang="en-US" sz="1000" dirty="0"/>
              <a:t>   - No status changes</a:t>
            </a:r>
          </a:p>
          <a:p>
            <a:r>
              <a:rPr lang="en-US" sz="1000" dirty="0"/>
              <a:t>   - Moves to end of review queue</a:t>
            </a:r>
          </a:p>
          <a:p>
            <a:r>
              <a:rPr lang="en-US" sz="1000" dirty="0"/>
              <a:t>   - Allows analyst to come back later</a:t>
            </a:r>
          </a:p>
          <a:p>
            <a:r>
              <a:rPr lang="en-US" sz="1000" dirty="0"/>
              <a:t>   - Logs that item was skipped (analytics on difficult reviews)</a:t>
            </a:r>
          </a:p>
          <a:p>
            <a:endParaRPr lang="en-US" sz="1000" dirty="0"/>
          </a:p>
          <a:p>
            <a:r>
              <a:rPr lang="en-US" sz="1000" dirty="0"/>
              <a:t>RESOLUTION DROPDOWN:</a:t>
            </a:r>
          </a:p>
          <a:p>
            <a:r>
              <a:rPr lang="en-US" sz="1000" dirty="0"/>
              <a:t>- Approve: Standard approval (no edits needed)</a:t>
            </a:r>
          </a:p>
          <a:p>
            <a:r>
              <a:rPr lang="en-US" sz="1000" dirty="0"/>
              <a:t>- Request Clarification: Send questions to coordinator</a:t>
            </a:r>
          </a:p>
          <a:p>
            <a:r>
              <a:rPr lang="en-US" sz="1000" dirty="0"/>
              <a:t>- Reject: Not used often (sends back for resubmission)</a:t>
            </a:r>
          </a:p>
          <a:p>
            <a:r>
              <a:rPr lang="en-US" sz="1000" dirty="0"/>
              <a:t>- Manually Adjust: Analyst makes corrections</a:t>
            </a:r>
          </a:p>
          <a:p>
            <a:endParaRPr lang="en-US" sz="1000" dirty="0"/>
          </a:p>
          <a:p>
            <a:r>
              <a:rPr lang="en-US" sz="1000" dirty="0"/>
              <a:t>MESSAGE TEMPLATES (Request Clarification):</a:t>
            </a:r>
          </a:p>
          <a:p>
            <a:r>
              <a:rPr lang="en-US" sz="1000" dirty="0"/>
              <a:t>- "Missing Data Explanation" - "Please provide explanation for zero volumes"</a:t>
            </a:r>
          </a:p>
          <a:p>
            <a:r>
              <a:rPr lang="en-US" sz="1000" dirty="0"/>
              <a:t>- "Variance Explanation" - "Please explain significant variance from prior month"</a:t>
            </a:r>
          </a:p>
          <a:p>
            <a:r>
              <a:rPr lang="en-US" sz="1000" dirty="0"/>
              <a:t>- "Budget Misalignment" - "Volumes significantly different from budget, please verify"</a:t>
            </a:r>
          </a:p>
          <a:p>
            <a:r>
              <a:rPr lang="en-US" sz="1000" dirty="0"/>
              <a:t>- "Data Entry Error?" - "Values seem unusual, please double-check entry"</a:t>
            </a:r>
          </a:p>
          <a:p>
            <a:r>
              <a:rPr lang="en-US" sz="1000" dirty="0"/>
              <a:t>- Custom - Analyst writes own message</a:t>
            </a:r>
          </a:p>
          <a:p>
            <a:endParaRPr lang="en-US" sz="1000" dirty="0"/>
          </a:p>
          <a:p>
            <a:r>
              <a:rPr lang="en-US" sz="1000" dirty="0"/>
              <a:t>QUEUE NAVIGATION:</a:t>
            </a:r>
          </a:p>
          <a:p>
            <a:r>
              <a:rPr lang="en-US" sz="1000" dirty="0"/>
              <a:t>- Sequential: Previous/Next buttons</a:t>
            </a:r>
          </a:p>
          <a:p>
            <a:r>
              <a:rPr lang="en-US" sz="1000" dirty="0"/>
              <a:t>- Jump to: Dropdown showing all queued items</a:t>
            </a:r>
          </a:p>
          <a:p>
            <a:r>
              <a:rPr lang="en-US" sz="1000" dirty="0"/>
              <a:t>- Return to overview: Back button</a:t>
            </a:r>
          </a:p>
          <a:p>
            <a:r>
              <a:rPr lang="en-US" sz="1000" dirty="0"/>
              <a:t>- Auto-advance after Approve (configurable in settings)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5428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88A39-DBF3-138D-00C9-E1D09219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8B88-B804-9B01-0EA9-F0C391AA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Review Queue 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816269-B37A-8A61-6F52-D2D1AFB9C204}"/>
              </a:ext>
            </a:extLst>
          </p:cNvPr>
          <p:cNvSpPr txBox="1"/>
          <p:nvPr/>
        </p:nvSpPr>
        <p:spPr>
          <a:xfrm>
            <a:off x="550606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PRIORITY CALCULATION:</a:t>
            </a:r>
          </a:p>
          <a:p>
            <a:r>
              <a:rPr lang="en-US" sz="1000" dirty="0"/>
              <a:t>- Critical: Multiple flags OR variance &gt;50%</a:t>
            </a:r>
          </a:p>
          <a:p>
            <a:r>
              <a:rPr lang="en-US" sz="1000" dirty="0"/>
              <a:t>- High: Single anomaly flag OR variance &gt;25%</a:t>
            </a:r>
          </a:p>
          <a:p>
            <a:r>
              <a:rPr lang="en-US" sz="1000" dirty="0"/>
              <a:t>- Medium: Budget variance OR missing data</a:t>
            </a:r>
          </a:p>
          <a:p>
            <a:r>
              <a:rPr lang="en-US" sz="1000" dirty="0"/>
              <a:t>- Low: Format issues OR minor discrepancies</a:t>
            </a:r>
          </a:p>
          <a:p>
            <a:endParaRPr lang="en-US" sz="1000" dirty="0"/>
          </a:p>
          <a:p>
            <a:r>
              <a:rPr lang="en-US" sz="1000" dirty="0"/>
              <a:t>COMPARISON DATA SOURCES:</a:t>
            </a:r>
          </a:p>
          <a:p>
            <a:r>
              <a:rPr lang="en-US" sz="1000" dirty="0"/>
              <a:t>- Budget: Most recent submission where </a:t>
            </a:r>
            <a:r>
              <a:rPr lang="en-US" sz="1000" dirty="0" err="1"/>
              <a:t>BudgetVolume</a:t>
            </a:r>
            <a:r>
              <a:rPr lang="en-US" sz="1000" dirty="0"/>
              <a:t> IS NOT NULL for that test/country</a:t>
            </a:r>
          </a:p>
          <a:p>
            <a:r>
              <a:rPr lang="en-US" sz="1000" dirty="0"/>
              <a:t>- Prior Month: </a:t>
            </a:r>
            <a:r>
              <a:rPr lang="en-US" sz="1000" dirty="0" err="1"/>
              <a:t>VolumeSubmissions</a:t>
            </a:r>
            <a:r>
              <a:rPr lang="en-US" sz="1000" dirty="0"/>
              <a:t> WHERE </a:t>
            </a:r>
            <a:r>
              <a:rPr lang="en-US" sz="1000" dirty="0" err="1"/>
              <a:t>SubmissionMonth</a:t>
            </a:r>
            <a:r>
              <a:rPr lang="en-US" sz="1000" dirty="0"/>
              <a:t> = [Current Month - 1 month]</a:t>
            </a:r>
          </a:p>
          <a:p>
            <a:r>
              <a:rPr lang="en-US" sz="1000" dirty="0"/>
              <a:t>- Historical Avg: AVG of </a:t>
            </a:r>
            <a:r>
              <a:rPr lang="en-US" sz="1000" dirty="0" err="1"/>
              <a:t>ActualVolume</a:t>
            </a:r>
            <a:r>
              <a:rPr lang="en-US" sz="1000" dirty="0"/>
              <a:t> for past 6 months (if available)</a:t>
            </a:r>
          </a:p>
          <a:p>
            <a:endParaRPr lang="en-US" sz="1000" dirty="0"/>
          </a:p>
          <a:p>
            <a:r>
              <a:rPr lang="en-US" sz="1000" dirty="0"/>
              <a:t>TOLERANCE THRESHOLDS:</a:t>
            </a:r>
          </a:p>
          <a:p>
            <a:r>
              <a:rPr lang="en-US" sz="1000" dirty="0"/>
              <a:t>- Pulled from </a:t>
            </a:r>
            <a:r>
              <a:rPr lang="en-US" sz="1000" dirty="0" err="1"/>
              <a:t>tbl_SystemConfig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dirty="0" err="1"/>
              <a:t>AnomalyThresholdPct</a:t>
            </a:r>
            <a:r>
              <a:rPr lang="en-US" sz="1000" dirty="0"/>
              <a:t> (default 50%)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BudgetVarianceThresholdPct</a:t>
            </a:r>
            <a:r>
              <a:rPr lang="en-US" sz="1000" dirty="0"/>
              <a:t> (default 25%)</a:t>
            </a:r>
          </a:p>
          <a:p>
            <a:r>
              <a:rPr lang="en-US" sz="1000" dirty="0"/>
              <a:t>- Configurable by test type (some tests more volatile)</a:t>
            </a:r>
          </a:p>
          <a:p>
            <a:endParaRPr lang="en-US" sz="1000" dirty="0"/>
          </a:p>
          <a:p>
            <a:r>
              <a:rPr lang="en-US" sz="1000" dirty="0"/>
              <a:t>PERFORMANCE CONSIDERATIONS:</a:t>
            </a:r>
          </a:p>
          <a:p>
            <a:r>
              <a:rPr lang="en-US" sz="1000" dirty="0"/>
              <a:t>- Load comparison data when card displayed (not all at once)</a:t>
            </a:r>
          </a:p>
          <a:p>
            <a:r>
              <a:rPr lang="en-US" sz="1000" dirty="0"/>
              <a:t>- Cache prior month data (doesn't change)</a:t>
            </a:r>
          </a:p>
          <a:p>
            <a:r>
              <a:rPr lang="en-US" sz="1000" dirty="0"/>
              <a:t>- Prefetch next item in queue for faster navigation</a:t>
            </a:r>
          </a:p>
          <a:p>
            <a:r>
              <a:rPr lang="en-US" sz="1000" dirty="0"/>
              <a:t>- Limit historical analysis to 6 months (performance)</a:t>
            </a:r>
          </a:p>
          <a:p>
            <a:endParaRPr lang="en-US" sz="1000" dirty="0"/>
          </a:p>
          <a:p>
            <a:r>
              <a:rPr lang="en-US" sz="1000" dirty="0"/>
              <a:t>KEYBOARD SHORTCUTS (Power User Feature):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Ctrl+A</a:t>
            </a:r>
            <a:r>
              <a:rPr lang="en-US" sz="1000" dirty="0"/>
              <a:t>: Approve &amp; Continue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Ctrl+R</a:t>
            </a:r>
            <a:r>
              <a:rPr lang="en-US" sz="1000" dirty="0"/>
              <a:t>: Request Clarification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Ctrl+E</a:t>
            </a:r>
            <a:r>
              <a:rPr lang="en-US" sz="1000" dirty="0"/>
              <a:t>: Manual Adjust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Ctrl+S</a:t>
            </a:r>
            <a:r>
              <a:rPr lang="en-US" sz="1000" dirty="0"/>
              <a:t>: Skip</a:t>
            </a:r>
          </a:p>
          <a:p>
            <a:r>
              <a:rPr lang="en-US" sz="1000" dirty="0"/>
              <a:t>- Arrow keys: Previous/Next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Ctrl+H</a:t>
            </a:r>
            <a:r>
              <a:rPr lang="en-US" sz="1000" dirty="0"/>
              <a:t>: View full submission history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DA56A-EC5F-FFE3-4862-B1A193580CA2}"/>
              </a:ext>
            </a:extLst>
          </p:cNvPr>
          <p:cNvSpPr txBox="1"/>
          <p:nvPr/>
        </p:nvSpPr>
        <p:spPr>
          <a:xfrm>
            <a:off x="3982065" y="681676"/>
            <a:ext cx="343145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EMAIL NOTIFICATIONS:</a:t>
            </a:r>
          </a:p>
          <a:p>
            <a:r>
              <a:rPr lang="en-US" sz="1000" dirty="0"/>
              <a:t>- Approved: "Your submission for [Country] [Month] has been validated"</a:t>
            </a:r>
          </a:p>
          <a:p>
            <a:r>
              <a:rPr lang="en-US" sz="1000" dirty="0"/>
              <a:t>- Clarification: "Questions about your [Month] submission" (includes analyst message)</a:t>
            </a:r>
          </a:p>
          <a:p>
            <a:r>
              <a:rPr lang="en-US" sz="1000" dirty="0"/>
              <a:t>- Manually Adjusted: "Your submission has been adjusted by analyst" (includes what changed)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Form control (not Gallery) for focused one-at-a-time review</a:t>
            </a:r>
          </a:p>
          <a:p>
            <a:r>
              <a:rPr lang="en-US" sz="1000" dirty="0"/>
              <a:t>- Context variable: </a:t>
            </a:r>
            <a:r>
              <a:rPr lang="en-US" sz="1000" dirty="0" err="1"/>
              <a:t>varCurrentReviewItem</a:t>
            </a:r>
            <a:endParaRPr lang="en-US" sz="1000" dirty="0"/>
          </a:p>
          <a:p>
            <a:r>
              <a:rPr lang="en-US" sz="1000" dirty="0"/>
              <a:t>- Navigate with </a:t>
            </a:r>
            <a:r>
              <a:rPr lang="en-US" sz="1000" dirty="0" err="1"/>
              <a:t>UpdateContext</a:t>
            </a:r>
            <a:r>
              <a:rPr lang="en-US" sz="1000" dirty="0"/>
              <a:t> to change current item</a:t>
            </a:r>
          </a:p>
          <a:p>
            <a:r>
              <a:rPr lang="en-US" sz="1000" dirty="0"/>
              <a:t>- Patch() for status updates</a:t>
            </a:r>
          </a:p>
          <a:p>
            <a:r>
              <a:rPr lang="en-US" sz="1000" dirty="0"/>
              <a:t>- Concurrent() for multiple table updates (submission + flags + history)</a:t>
            </a:r>
          </a:p>
          <a:p>
            <a:r>
              <a:rPr lang="en-US" sz="1000" dirty="0"/>
              <a:t>- Collection for queue (</a:t>
            </a:r>
            <a:r>
              <a:rPr lang="en-US" sz="1000" dirty="0" err="1"/>
              <a:t>colReviewQueue</a:t>
            </a:r>
            <a:r>
              <a:rPr lang="en-US" sz="1000" dirty="0"/>
              <a:t>) - refresh after each action</a:t>
            </a:r>
          </a:p>
          <a:p>
            <a:r>
              <a:rPr lang="en-US" sz="1000" dirty="0"/>
              <a:t>- Filtered Gallery on right showing remaining queue items</a:t>
            </a:r>
          </a:p>
          <a:p>
            <a:r>
              <a:rPr lang="en-US" sz="1000" dirty="0"/>
              <a:t>- Timer for session tracking (how long on each review)</a:t>
            </a:r>
          </a:p>
          <a:p>
            <a:endParaRPr lang="en-US" sz="1000" dirty="0"/>
          </a:p>
          <a:p>
            <a:r>
              <a:rPr lang="en-US" sz="1000" dirty="0"/>
              <a:t>ACCESSIBILITY:</a:t>
            </a:r>
          </a:p>
          <a:p>
            <a:r>
              <a:rPr lang="en-US" sz="1000" dirty="0"/>
              <a:t>- Tab order: Card header → Comparison table → Notes → Actions</a:t>
            </a:r>
          </a:p>
          <a:p>
            <a:r>
              <a:rPr lang="en-US" sz="1000" dirty="0"/>
              <a:t>- Screen reader labels on all buttons</a:t>
            </a:r>
          </a:p>
          <a:p>
            <a:r>
              <a:rPr lang="en-US" sz="1000" dirty="0"/>
              <a:t>- Keyboard navigation throughout</a:t>
            </a:r>
          </a:p>
          <a:p>
            <a:r>
              <a:rPr lang="en-US" sz="1000" dirty="0"/>
              <a:t>- High contrast mode support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72217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E9D1-D9AD-9D8F-301B-C68597F2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ED6F-A2B6-5E80-B64A-3FEBCC98D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Manual Entry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A52CE-C411-21E2-CBD2-FDEEBCDF5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Emergency/phone volume entry with audit trail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97591C-9864-8571-FF01-1ED83225DB5E}"/>
              </a:ext>
            </a:extLst>
          </p:cNvPr>
          <p:cNvSpPr/>
          <p:nvPr/>
        </p:nvSpPr>
        <p:spPr>
          <a:xfrm>
            <a:off x="540773" y="977826"/>
            <a:ext cx="10653246" cy="5649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┌─────────────┐</a:t>
            </a:r>
          </a:p>
          <a:p>
            <a:pPr algn="ctr"/>
            <a:r>
              <a:rPr lang="en-US" dirty="0"/>
              <a:t>│   PENDING   │</a:t>
            </a:r>
          </a:p>
          <a:p>
            <a:pPr algn="ctr"/>
            <a:r>
              <a:rPr lang="en-US" dirty="0"/>
              <a:t>│      8      │</a:t>
            </a:r>
          </a:p>
          <a:p>
            <a:pPr algn="ctr"/>
            <a:r>
              <a:rPr lang="en-US" dirty="0"/>
              <a:t>│   Review    │</a:t>
            </a:r>
          </a:p>
          <a:p>
            <a:pPr algn="ctr"/>
            <a:r>
              <a:rPr lang="en-US" dirty="0"/>
              <a:t>└─────────────┘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7404E-99A0-4A7F-F8AA-EEBBDEB76DD9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🏢 </a:t>
            </a:r>
            <a:r>
              <a:rPr lang="en-US" dirty="0">
                <a:solidFill>
                  <a:schemeClr val="tx1"/>
                </a:solidFill>
              </a:rPr>
              <a:t>Data Quality Dashboard | Analyst: Alice Katt | [Settings]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C913FD1-729C-7931-300F-91503AEA35B4}"/>
              </a:ext>
            </a:extLst>
          </p:cNvPr>
          <p:cNvSpPr/>
          <p:nvPr/>
        </p:nvSpPr>
        <p:spPr>
          <a:xfrm>
            <a:off x="5312478" y="6047024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Save &amp; Submit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9A159EA-54C6-553F-F114-A801249DB896}"/>
              </a:ext>
            </a:extLst>
          </p:cNvPr>
          <p:cNvSpPr/>
          <p:nvPr/>
        </p:nvSpPr>
        <p:spPr>
          <a:xfrm>
            <a:off x="6830026" y="6047024"/>
            <a:ext cx="1317523" cy="26161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Save as Draft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BB8D49B-6DA8-156D-D532-408512DD6474}"/>
              </a:ext>
            </a:extLst>
          </p:cNvPr>
          <p:cNvSpPr/>
          <p:nvPr/>
        </p:nvSpPr>
        <p:spPr>
          <a:xfrm>
            <a:off x="8377379" y="6037223"/>
            <a:ext cx="1317523" cy="2616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Cancel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5FA40-764C-FAF6-1AC7-0C0413DCAEDE}"/>
              </a:ext>
            </a:extLst>
          </p:cNvPr>
          <p:cNvSpPr txBox="1"/>
          <p:nvPr/>
        </p:nvSpPr>
        <p:spPr>
          <a:xfrm>
            <a:off x="531256" y="1252113"/>
            <a:ext cx="5660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 ← Back to Overview ] Home &gt; Manual Entry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124F0-4A8D-8DF0-A89C-3FBF703EB9AC}"/>
              </a:ext>
            </a:extLst>
          </p:cNvPr>
          <p:cNvSpPr/>
          <p:nvPr/>
        </p:nvSpPr>
        <p:spPr>
          <a:xfrm>
            <a:off x="670729" y="1590237"/>
            <a:ext cx="10412367" cy="5018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⚠️ </a:t>
            </a:r>
            <a:r>
              <a:rPr lang="en-US" sz="1600" dirty="0">
                <a:solidFill>
                  <a:schemeClr val="tx1"/>
                </a:solidFill>
              </a:rPr>
              <a:t>MANUAL ENTRY MODE - This submission will be marked as analyst-entered and require reason documentation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6C8D6-594A-818A-0F29-8C7F267739DD}"/>
              </a:ext>
            </a:extLst>
          </p:cNvPr>
          <p:cNvSpPr txBox="1"/>
          <p:nvPr/>
        </p:nvSpPr>
        <p:spPr>
          <a:xfrm>
            <a:off x="761216" y="2168641"/>
            <a:ext cx="44122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Manual Entry Reason (Required)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Reason Code: [Select reason ▼]</a:t>
            </a:r>
          </a:p>
          <a:p>
            <a:r>
              <a:rPr lang="en-US" sz="1200" dirty="0"/>
              <a:t>Options: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Phone  Call from Coordinator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System Downtime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Coordinator Unable to Access Portal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Emergency Deadline Extension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Correction (Original Entry Error)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Other (explain below)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Detailed Explanation: [Required, minimum 50 characters]</a:t>
            </a:r>
          </a:p>
          <a:p>
            <a:r>
              <a:rPr lang="en-US" sz="1200" dirty="0"/>
              <a:t>     ______________________________________________________</a:t>
            </a:r>
          </a:p>
          <a:p>
            <a:r>
              <a:rPr lang="en-US" sz="1200" dirty="0"/>
              <a:t>     ______________________________________________________</a:t>
            </a:r>
          </a:p>
          <a:p>
            <a:r>
              <a:rPr lang="en-US" sz="1200" dirty="0"/>
              <a:t>     ______________________________________________________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Coordinator Contact Method:</a:t>
            </a:r>
          </a:p>
          <a:p>
            <a:r>
              <a:rPr lang="en-US" sz="1200" dirty="0"/>
              <a:t>○ Phone Call ○ Email ○ In Person ○ Teams/Slack </a:t>
            </a:r>
          </a:p>
          <a:p>
            <a:endParaRPr lang="en-US" sz="1200" dirty="0"/>
          </a:p>
          <a:p>
            <a:r>
              <a:rPr lang="en-US" sz="1200" dirty="0"/>
              <a:t>Coordinator Name: [___________________] </a:t>
            </a:r>
          </a:p>
          <a:p>
            <a:r>
              <a:rPr lang="en-US" sz="1200" dirty="0"/>
              <a:t>Coordinator Email: [___________________] </a:t>
            </a:r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3D627-ECB4-2461-1B49-7F2197A3FA98}"/>
              </a:ext>
            </a:extLst>
          </p:cNvPr>
          <p:cNvSpPr txBox="1"/>
          <p:nvPr/>
        </p:nvSpPr>
        <p:spPr>
          <a:xfrm>
            <a:off x="5132740" y="2302595"/>
            <a:ext cx="59503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200" dirty="0"/>
              <a:t>│ Test Type                                              │ Actual Volume │ Budget Volume │ Forecast Volume│</a:t>
            </a:r>
          </a:p>
          <a:p>
            <a:r>
              <a:rPr lang="en-US" sz="1200" dirty="0"/>
              <a:t>│──────────────────────────────┼───────────────┼───────────────┼───────</a:t>
            </a:r>
          </a:p>
          <a:p>
            <a:r>
              <a:rPr lang="en-US" sz="1200" dirty="0"/>
              <a:t>│ Leadership Fundamentals            │ [____450____] │ [_____500_____] │ [_____475____ _]  │</a:t>
            </a:r>
          </a:p>
          <a:p>
            <a:r>
              <a:rPr lang="en-US" sz="1200" dirty="0"/>
              <a:t>│ Data Analytics Essentials              │ [____320____] │ [_____350_____] │ [_____340____ _]  │</a:t>
            </a:r>
          </a:p>
          <a:p>
            <a:r>
              <a:rPr lang="en-US" sz="1200" dirty="0"/>
              <a:t>│ Project Management Cert Prep   │ [____125____] │ [_____150_____] │ [_____130____ _]  │</a:t>
            </a:r>
          </a:p>
          <a:p>
            <a:r>
              <a:rPr lang="en-US" sz="1200" dirty="0"/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 sz="1200" dirty="0"/>
          </a:p>
          <a:p>
            <a:r>
              <a:rPr lang="en-US" sz="1200" dirty="0"/>
              <a:t>* All fields accept whole numbers only (0-999999)</a:t>
            </a:r>
          </a:p>
          <a:p>
            <a:r>
              <a:rPr lang="en-US" sz="1200" dirty="0"/>
              <a:t>* At least one volume type required per test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☐ This entry contains estimated data</a:t>
            </a:r>
          </a:p>
          <a:p>
            <a:r>
              <a:rPr lang="en-US" sz="1200" dirty="0"/>
              <a:t>        Reason: [_________________________________]</a:t>
            </a:r>
          </a:p>
          <a:p>
            <a:r>
              <a:rPr lang="en-US" sz="1200" dirty="0"/>
              <a:t>        (Required if estimated data is checked)</a:t>
            </a:r>
          </a:p>
          <a:p>
            <a:endParaRPr lang="en-US" sz="1200" dirty="0"/>
          </a:p>
          <a:p>
            <a:r>
              <a:rPr lang="en-US" sz="1200" dirty="0"/>
              <a:t>Analyst Notes (Optional - for internal reference):</a:t>
            </a:r>
          </a:p>
          <a:p>
            <a:r>
              <a:rPr lang="en-US" sz="1200" dirty="0"/>
              <a:t>    [___________________________________________________________]</a:t>
            </a:r>
          </a:p>
          <a:p>
            <a:r>
              <a:rPr lang="en-US" sz="1200" dirty="0"/>
              <a:t>    [___________________________________________________________]</a:t>
            </a:r>
          </a:p>
        </p:txBody>
      </p:sp>
    </p:spTree>
    <p:extLst>
      <p:ext uri="{BB962C8B-B14F-4D97-AF65-F5344CB8AC3E}">
        <p14:creationId xmlns:p14="http://schemas.microsoft.com/office/powerpoint/2010/main" val="320250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2088-1003-4EDD-7783-51899454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43B2-E4C7-A63A-B616-C7E6DA67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Manual Entry Form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052C6C-D6B5-F255-C8D6-04912A39BCF4}"/>
              </a:ext>
            </a:extLst>
          </p:cNvPr>
          <p:cNvSpPr txBox="1"/>
          <p:nvPr/>
        </p:nvSpPr>
        <p:spPr>
          <a:xfrm>
            <a:off x="550606" y="681676"/>
            <a:ext cx="34314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(for country dropdown - all countries, not filtered)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tbl_CountryTestTypes</a:t>
            </a:r>
            <a:r>
              <a:rPr lang="en-US" sz="1000" dirty="0"/>
              <a:t> (for test types based on selected country)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tbl_UserCountries</a:t>
            </a:r>
            <a:r>
              <a:rPr lang="en-US" sz="1000" dirty="0"/>
              <a:t> (to show who the coordinator on record is)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(to check for existing submissions)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tbl_SubmissionHistory</a:t>
            </a:r>
            <a:r>
              <a:rPr lang="en-US" sz="1000" dirty="0"/>
              <a:t> (to log manual entry reason)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Accessible from Submission Tracking Overview or Review Queue</a:t>
            </a:r>
          </a:p>
          <a:p>
            <a:r>
              <a:rPr lang="en-US" sz="1000" dirty="0"/>
              <a:t>- Used when coordinator cannot access portal or emergency entry needed</a:t>
            </a:r>
          </a:p>
          <a:p>
            <a:r>
              <a:rPr lang="en-US" sz="1000" dirty="0"/>
              <a:t>- Creates submission on behalf of coordinator</a:t>
            </a:r>
          </a:p>
          <a:p>
            <a:r>
              <a:rPr lang="en-US" sz="1000" dirty="0"/>
              <a:t>- Requires comprehensive audit documentation</a:t>
            </a:r>
          </a:p>
          <a:p>
            <a:endParaRPr lang="en-US" sz="1000" dirty="0"/>
          </a:p>
          <a:p>
            <a:r>
              <a:rPr lang="en-US" sz="1000" dirty="0"/>
              <a:t>DIFFERENCES FROM COORDINATOR SUBMISSION PORTAL:</a:t>
            </a:r>
          </a:p>
          <a:p>
            <a:r>
              <a:rPr lang="en-US" sz="1000" dirty="0"/>
              <a:t>1. Analyst can select ANY country (not limited to assigned countries)</a:t>
            </a:r>
          </a:p>
          <a:p>
            <a:r>
              <a:rPr lang="en-US" sz="1000" dirty="0"/>
              <a:t>2. MUST provide reason code and detailed explanation</a:t>
            </a:r>
          </a:p>
          <a:p>
            <a:r>
              <a:rPr lang="en-US" sz="1000" dirty="0"/>
              <a:t>3. Must document how coordinator was contacted</a:t>
            </a:r>
          </a:p>
          <a:p>
            <a:r>
              <a:rPr lang="en-US" sz="1000" dirty="0"/>
              <a:t>4. Submission marked with </a:t>
            </a:r>
            <a:r>
              <a:rPr lang="en-US" sz="1000" dirty="0" err="1"/>
              <a:t>SubmissionMethod</a:t>
            </a:r>
            <a:r>
              <a:rPr lang="en-US" sz="1000" dirty="0"/>
              <a:t> = "Manual"</a:t>
            </a:r>
          </a:p>
          <a:p>
            <a:r>
              <a:rPr lang="en-US" sz="1000" dirty="0"/>
              <a:t>5. </a:t>
            </a:r>
            <a:r>
              <a:rPr lang="en-US" sz="1000" dirty="0" err="1"/>
              <a:t>ManualEntry</a:t>
            </a:r>
            <a:r>
              <a:rPr lang="en-US" sz="1000" dirty="0"/>
              <a:t> flag set to Yes for filtering/reporting</a:t>
            </a:r>
          </a:p>
          <a:p>
            <a:r>
              <a:rPr lang="en-US" sz="1000" dirty="0"/>
              <a:t>6. Coordinator notified after submission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A2199-DA59-D4CC-1BFA-1FD81A16E4CF}"/>
              </a:ext>
            </a:extLst>
          </p:cNvPr>
          <p:cNvSpPr txBox="1"/>
          <p:nvPr/>
        </p:nvSpPr>
        <p:spPr>
          <a:xfrm>
            <a:off x="3982065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MANUAL ENTRY REASON SECTION:</a:t>
            </a:r>
          </a:p>
          <a:p>
            <a:endParaRPr lang="en-US" sz="1000" dirty="0"/>
          </a:p>
          <a:p>
            <a:r>
              <a:rPr lang="en-US" sz="1000" dirty="0"/>
              <a:t>Reason Code Dropdown:</a:t>
            </a:r>
          </a:p>
          <a:p>
            <a:r>
              <a:rPr lang="en-US" sz="1000" dirty="0"/>
              <a:t>- Phone Call from Coordinator: Most common - coordinator called with volumes</a:t>
            </a:r>
          </a:p>
          <a:p>
            <a:r>
              <a:rPr lang="en-US" sz="1000" dirty="0"/>
              <a:t>- System Downtime: Portal unavailable, emergency entry needed</a:t>
            </a:r>
          </a:p>
          <a:p>
            <a:r>
              <a:rPr lang="en-US" sz="1000" dirty="0"/>
              <a:t>- Coordinator Unable to Access Portal: Technical issues on coordinator's end</a:t>
            </a:r>
          </a:p>
          <a:p>
            <a:r>
              <a:rPr lang="en-US" sz="1000" dirty="0"/>
              <a:t>- Emergency Deadline Extension: Late submission approved by management</a:t>
            </a:r>
          </a:p>
          <a:p>
            <a:r>
              <a:rPr lang="en-US" sz="1000" dirty="0"/>
              <a:t>- Data Correction (Original Entry Error): Fixing a mistake in original submission</a:t>
            </a:r>
          </a:p>
          <a:p>
            <a:r>
              <a:rPr lang="en-US" sz="1000" dirty="0"/>
              <a:t>- Other: Requires detailed explanation in text field</a:t>
            </a:r>
          </a:p>
          <a:p>
            <a:endParaRPr lang="en-US" sz="1000" dirty="0"/>
          </a:p>
          <a:p>
            <a:r>
              <a:rPr lang="en-US" sz="1000" dirty="0"/>
              <a:t>Detailed Explanation Field:</a:t>
            </a:r>
          </a:p>
          <a:p>
            <a:r>
              <a:rPr lang="en-US" sz="1000" dirty="0"/>
              <a:t>- Required (minimum 50 characters)</a:t>
            </a:r>
          </a:p>
          <a:p>
            <a:r>
              <a:rPr lang="en-US" sz="1000" dirty="0"/>
              <a:t>- Captures context that reason code doesn't cover</a:t>
            </a:r>
          </a:p>
          <a:p>
            <a:r>
              <a:rPr lang="en-US" sz="1000" dirty="0"/>
              <a:t>- Examples:</a:t>
            </a:r>
          </a:p>
          <a:p>
            <a:r>
              <a:rPr lang="en-US" sz="1000" dirty="0"/>
              <a:t>  * "Ji-Won called at 3 PM, portal was down, deadline today"</a:t>
            </a:r>
          </a:p>
          <a:p>
            <a:r>
              <a:rPr lang="en-US" sz="1000" dirty="0"/>
              <a:t>  * "Marie emailed volumes, traveling without laptop access"</a:t>
            </a:r>
          </a:p>
          <a:p>
            <a:r>
              <a:rPr lang="en-US" sz="1000" dirty="0"/>
              <a:t>  * "Emergency approval from CFO for late Brazil submission"</a:t>
            </a:r>
          </a:p>
          <a:p>
            <a:r>
              <a:rPr lang="en-US" sz="1000" dirty="0"/>
              <a:t>- Stored in </a:t>
            </a:r>
            <a:r>
              <a:rPr lang="en-US" sz="1000" dirty="0" err="1"/>
              <a:t>SubmissionHistory.ChangeReason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Coordinator Contact Method:</a:t>
            </a:r>
          </a:p>
          <a:p>
            <a:r>
              <a:rPr lang="en-US" sz="1000" dirty="0"/>
              <a:t>- Documents how volumes were obtained</a:t>
            </a:r>
          </a:p>
          <a:p>
            <a:r>
              <a:rPr lang="en-US" sz="1000" dirty="0"/>
              <a:t>- Options: Phone Call, Email, In Person, Teams/Slack</a:t>
            </a:r>
          </a:p>
          <a:p>
            <a:r>
              <a:rPr lang="en-US" sz="1000" dirty="0"/>
              <a:t>- Required for audit trail</a:t>
            </a:r>
          </a:p>
          <a:p>
            <a:r>
              <a:rPr lang="en-US" sz="1000" dirty="0"/>
              <a:t>- Helps identify patterns (if lots of phone calls, may indicate portal UX issues)</a:t>
            </a:r>
          </a:p>
          <a:p>
            <a:endParaRPr lang="en-US" sz="1000" dirty="0"/>
          </a:p>
          <a:p>
            <a:r>
              <a:rPr lang="en-US" sz="1000" dirty="0"/>
              <a:t>Coordinator Name/Email:</a:t>
            </a:r>
          </a:p>
          <a:p>
            <a:r>
              <a:rPr lang="en-US" sz="1000" dirty="0"/>
              <a:t>- Auto-populated when country selected (from </a:t>
            </a:r>
            <a:r>
              <a:rPr lang="en-US" sz="1000" dirty="0" err="1"/>
              <a:t>tbl_UserCountries</a:t>
            </a:r>
            <a:r>
              <a:rPr lang="en-US" sz="1000" dirty="0"/>
              <a:t>)</a:t>
            </a:r>
          </a:p>
          <a:p>
            <a:r>
              <a:rPr lang="en-US" sz="1000" dirty="0"/>
              <a:t>- Editable in case backup coordinator provided volumes</a:t>
            </a:r>
          </a:p>
          <a:p>
            <a:r>
              <a:rPr lang="en-US" sz="1000" dirty="0"/>
              <a:t>- Used for notification email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3429C-8464-E77A-5F54-640AE3BF83B5}"/>
              </a:ext>
            </a:extLst>
          </p:cNvPr>
          <p:cNvSpPr txBox="1"/>
          <p:nvPr/>
        </p:nvSpPr>
        <p:spPr>
          <a:xfrm>
            <a:off x="7413524" y="681676"/>
            <a:ext cx="343145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COUNTRY SELECTION:</a:t>
            </a:r>
          </a:p>
          <a:p>
            <a:r>
              <a:rPr lang="en-US" sz="1000" dirty="0"/>
              <a:t>- Dropdown shows ALL countries (analysts can enter for anyone)</a:t>
            </a:r>
          </a:p>
          <a:p>
            <a:r>
              <a:rPr lang="en-US" sz="1000" dirty="0"/>
              <a:t>- Not filtered by user like coordinator portal</a:t>
            </a:r>
          </a:p>
          <a:p>
            <a:r>
              <a:rPr lang="en-US" sz="1000" dirty="0"/>
              <a:t>- After selection, shows:</a:t>
            </a:r>
          </a:p>
          <a:p>
            <a:r>
              <a:rPr lang="en-US" sz="1000" dirty="0"/>
              <a:t>  * Coordinator on record</a:t>
            </a:r>
          </a:p>
          <a:p>
            <a:r>
              <a:rPr lang="en-US" sz="1000" dirty="0"/>
              <a:t>  * Number of test types expected</a:t>
            </a:r>
          </a:p>
          <a:p>
            <a:r>
              <a:rPr lang="en-US" sz="1000" dirty="0"/>
              <a:t>  * Whether submission already exists for that month</a:t>
            </a:r>
          </a:p>
          <a:p>
            <a:endParaRPr lang="en-US" sz="1000" dirty="0"/>
          </a:p>
          <a:p>
            <a:r>
              <a:rPr lang="en-US" sz="1000" dirty="0"/>
              <a:t>EXISTING SUBMISSION CHECK:</a:t>
            </a:r>
          </a:p>
          <a:p>
            <a:r>
              <a:rPr lang="en-US" sz="1000" dirty="0"/>
              <a:t>- When country + month selected, check if submission exists</a:t>
            </a:r>
          </a:p>
          <a:p>
            <a:r>
              <a:rPr lang="en-US" sz="1000" dirty="0"/>
              <a:t>- If Status = 'Draft': Load existing draft, allow editing</a:t>
            </a:r>
          </a:p>
          <a:p>
            <a:r>
              <a:rPr lang="en-US" sz="1000" dirty="0"/>
              <a:t>- If Status = 'Submitted' or later: Show warning "Submission already exists, are you creating a correction?"</a:t>
            </a:r>
          </a:p>
          <a:p>
            <a:r>
              <a:rPr lang="en-US" sz="1000" dirty="0"/>
              <a:t>- If correction: Requires reason code "Data Correction"</a:t>
            </a:r>
          </a:p>
          <a:p>
            <a:endParaRPr lang="en-US" sz="1000" dirty="0"/>
          </a:p>
          <a:p>
            <a:r>
              <a:rPr lang="en-US" sz="1000" dirty="0"/>
              <a:t>VOLUME ENTRY FORM:</a:t>
            </a:r>
          </a:p>
          <a:p>
            <a:r>
              <a:rPr lang="en-US" sz="1000" dirty="0"/>
              <a:t>- Identical to coordinator submission portal (Screen 2)</a:t>
            </a:r>
          </a:p>
          <a:p>
            <a:r>
              <a:rPr lang="en-US" sz="1000" dirty="0"/>
              <a:t>- Test types loaded from </a:t>
            </a:r>
            <a:r>
              <a:rPr lang="en-US" sz="1000" dirty="0" err="1"/>
              <a:t>tbl_CountryTestTypes</a:t>
            </a:r>
            <a:r>
              <a:rPr lang="en-US" sz="1000" dirty="0"/>
              <a:t> filtered by selected country</a:t>
            </a:r>
          </a:p>
          <a:p>
            <a:r>
              <a:rPr lang="en-US" sz="1000" dirty="0"/>
              <a:t>- Three columns: Actual, Budget, Forecast</a:t>
            </a:r>
          </a:p>
          <a:p>
            <a:r>
              <a:rPr lang="en-US" sz="1000" dirty="0"/>
              <a:t>- Same validation rules: &gt;= 0, whole numbers only</a:t>
            </a:r>
          </a:p>
          <a:p>
            <a:r>
              <a:rPr lang="en-US" sz="1000" dirty="0"/>
              <a:t>- At least one volume required per test type row</a:t>
            </a:r>
          </a:p>
          <a:p>
            <a:endParaRPr lang="en-US" sz="1000" dirty="0"/>
          </a:p>
          <a:p>
            <a:r>
              <a:rPr lang="en-US" sz="1000" dirty="0"/>
              <a:t>VALIDATION (Same as Coordinator Portal):</a:t>
            </a:r>
          </a:p>
          <a:p>
            <a:r>
              <a:rPr lang="en-US" sz="1000" dirty="0"/>
              <a:t>- Real-time validation on all fields</a:t>
            </a:r>
          </a:p>
          <a:p>
            <a:r>
              <a:rPr lang="en-US" sz="1000" dirty="0"/>
              <a:t>- Reason code required before submission enabled</a:t>
            </a:r>
          </a:p>
          <a:p>
            <a:r>
              <a:rPr lang="en-US" sz="1000" dirty="0"/>
              <a:t>- Detailed explanation minimum 50 characters</a:t>
            </a:r>
          </a:p>
          <a:p>
            <a:r>
              <a:rPr lang="en-US" sz="1000" dirty="0"/>
              <a:t>- At least one volume field per test type</a:t>
            </a:r>
          </a:p>
          <a:p>
            <a:r>
              <a:rPr lang="en-US" sz="1000" dirty="0"/>
              <a:t>- Submit button disabled until all validation passes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4714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E608-3423-7357-96FF-8FFA3B35A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A5C5-C952-6157-1767-1BB075CA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Manual Entry Form-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FDC450-1E80-8C01-E27D-5D4321C62185}"/>
              </a:ext>
            </a:extLst>
          </p:cNvPr>
          <p:cNvSpPr txBox="1"/>
          <p:nvPr/>
        </p:nvSpPr>
        <p:spPr>
          <a:xfrm>
            <a:off x="550606" y="681676"/>
            <a:ext cx="343145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SUBMISSION PROCESS:</a:t>
            </a:r>
          </a:p>
          <a:p>
            <a:endParaRPr lang="en-US" sz="1000" dirty="0"/>
          </a:p>
          <a:p>
            <a:r>
              <a:rPr lang="en-US" sz="1000" dirty="0"/>
              <a:t>1. Save &amp; Submit:</a:t>
            </a:r>
          </a:p>
          <a:p>
            <a:r>
              <a:rPr lang="en-US" sz="1000" dirty="0"/>
              <a:t>   - Creates record in </a:t>
            </a:r>
            <a:r>
              <a:rPr lang="en-US" sz="1000" dirty="0" err="1"/>
              <a:t>tbl_VolumeSubmissions</a:t>
            </a:r>
            <a:endParaRPr lang="en-US" sz="1000" dirty="0"/>
          </a:p>
          <a:p>
            <a:r>
              <a:rPr lang="en-US" sz="1000" dirty="0"/>
              <a:t>   - Sets </a:t>
            </a:r>
            <a:r>
              <a:rPr lang="en-US" sz="1000" dirty="0" err="1"/>
              <a:t>SubmittedByEmail</a:t>
            </a:r>
            <a:r>
              <a:rPr lang="en-US" sz="1000" dirty="0"/>
              <a:t> = Analyst email (Alice)</a:t>
            </a:r>
          </a:p>
          <a:p>
            <a:r>
              <a:rPr lang="en-US" sz="1000" dirty="0"/>
              <a:t>   - Sets </a:t>
            </a:r>
            <a:r>
              <a:rPr lang="en-US" sz="1000" dirty="0" err="1"/>
              <a:t>SubmissionMethod</a:t>
            </a:r>
            <a:r>
              <a:rPr lang="en-US" sz="1000" dirty="0"/>
              <a:t> = "Manual"</a:t>
            </a:r>
          </a:p>
          <a:p>
            <a:r>
              <a:rPr lang="en-US" sz="1000" dirty="0"/>
              <a:t>   - Sets Status = "Submitted" (goes into validation queue)</a:t>
            </a:r>
          </a:p>
          <a:p>
            <a:r>
              <a:rPr lang="en-US" sz="1000" dirty="0"/>
              <a:t>   - Creates </a:t>
            </a:r>
            <a:r>
              <a:rPr lang="en-US" sz="1000" dirty="0" err="1"/>
              <a:t>tbl_SubmissionHistory</a:t>
            </a:r>
            <a:r>
              <a:rPr lang="en-US" sz="1000" dirty="0"/>
              <a:t> record with:</a:t>
            </a:r>
          </a:p>
          <a:p>
            <a:r>
              <a:rPr lang="en-US" sz="1000" dirty="0"/>
              <a:t>     * </a:t>
            </a:r>
            <a:r>
              <a:rPr lang="en-US" sz="1000" dirty="0" err="1"/>
              <a:t>ChangeType</a:t>
            </a:r>
            <a:r>
              <a:rPr lang="en-US" sz="1000" dirty="0"/>
              <a:t> = "Created"</a:t>
            </a:r>
          </a:p>
          <a:p>
            <a:r>
              <a:rPr lang="en-US" sz="1000" dirty="0"/>
              <a:t>     * </a:t>
            </a:r>
            <a:r>
              <a:rPr lang="en-US" sz="1000" dirty="0" err="1"/>
              <a:t>ChangeReason</a:t>
            </a:r>
            <a:r>
              <a:rPr lang="en-US" sz="1000" dirty="0"/>
              <a:t> = [Reason code + detailed explanation]</a:t>
            </a:r>
          </a:p>
          <a:p>
            <a:r>
              <a:rPr lang="en-US" sz="1000" dirty="0"/>
              <a:t>     * Notes about manual entry</a:t>
            </a:r>
          </a:p>
          <a:p>
            <a:r>
              <a:rPr lang="en-US" sz="1000" dirty="0"/>
              <a:t>   - Sends email to coordinator:</a:t>
            </a:r>
          </a:p>
          <a:p>
            <a:r>
              <a:rPr lang="en-US" sz="1000" dirty="0"/>
              <a:t>     * Subject: "Volumes submitted on your behalf for [Month]"</a:t>
            </a:r>
          </a:p>
          <a:p>
            <a:r>
              <a:rPr lang="en-US" sz="1000" dirty="0"/>
              <a:t>     * Body: Explains analyst entered volumes, provides submission ID</a:t>
            </a:r>
          </a:p>
          <a:p>
            <a:r>
              <a:rPr lang="en-US" sz="1000" dirty="0"/>
              <a:t>     * Includes PDF receipt</a:t>
            </a:r>
          </a:p>
          <a:p>
            <a:r>
              <a:rPr lang="en-US" sz="1000" dirty="0"/>
              <a:t>     * Shows reason for manual entry</a:t>
            </a:r>
          </a:p>
          <a:p>
            <a:r>
              <a:rPr lang="en-US" sz="1000" dirty="0"/>
              <a:t>   - Returns to Submission Tracking Overview</a:t>
            </a:r>
          </a:p>
          <a:p>
            <a:endParaRPr lang="en-US" sz="1000" dirty="0"/>
          </a:p>
          <a:p>
            <a:r>
              <a:rPr lang="en-US" sz="1000" dirty="0"/>
              <a:t>2. Save as Draft:</a:t>
            </a:r>
          </a:p>
          <a:p>
            <a:r>
              <a:rPr lang="en-US" sz="1000" dirty="0"/>
              <a:t>   - Saves with Status = "Draft"</a:t>
            </a:r>
          </a:p>
          <a:p>
            <a:r>
              <a:rPr lang="en-US" sz="1000" dirty="0"/>
              <a:t>   - Allows analyst to come back later</a:t>
            </a:r>
          </a:p>
          <a:p>
            <a:r>
              <a:rPr lang="en-US" sz="1000" dirty="0"/>
              <a:t>   - Does NOT send notification to coordinator</a:t>
            </a:r>
          </a:p>
          <a:p>
            <a:r>
              <a:rPr lang="en-US" sz="1000" dirty="0"/>
              <a:t>   - Reason code saved but submission not finalized</a:t>
            </a:r>
          </a:p>
          <a:p>
            <a:endParaRPr lang="en-US" sz="1000" dirty="0"/>
          </a:p>
          <a:p>
            <a:r>
              <a:rPr lang="en-US" sz="1000" dirty="0"/>
              <a:t>3. Cancel:</a:t>
            </a:r>
          </a:p>
          <a:p>
            <a:r>
              <a:rPr lang="en-US" sz="1000" dirty="0"/>
              <a:t>   - Confirms "Discard changes?" if any data entered</a:t>
            </a:r>
          </a:p>
          <a:p>
            <a:r>
              <a:rPr lang="en-US" sz="1000" dirty="0"/>
              <a:t>   - Returns to previous screen (Overview or Review Queue)</a:t>
            </a:r>
          </a:p>
          <a:p>
            <a:r>
              <a:rPr lang="en-US" sz="1000" dirty="0"/>
              <a:t>   - No records created</a:t>
            </a:r>
          </a:p>
          <a:p>
            <a:endParaRPr lang="en-US" sz="1000" dirty="0"/>
          </a:p>
          <a:p>
            <a:r>
              <a:rPr lang="en-US" sz="1000" dirty="0"/>
              <a:t>AUDIT TRAIL:</a:t>
            </a:r>
          </a:p>
          <a:p>
            <a:r>
              <a:rPr lang="en-US" sz="1000" dirty="0"/>
              <a:t>- Every manual entry logged in </a:t>
            </a:r>
            <a:r>
              <a:rPr lang="en-US" sz="1000" dirty="0" err="1"/>
              <a:t>tbl_SubmissionHistory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dirty="0" err="1"/>
              <a:t>ManualEntry</a:t>
            </a:r>
            <a:r>
              <a:rPr lang="en-US" sz="1000" dirty="0"/>
              <a:t> flag = Yes in </a:t>
            </a:r>
            <a:r>
              <a:rPr lang="en-US" sz="1000" dirty="0" err="1"/>
              <a:t>tbl_VolumeSubmissions</a:t>
            </a:r>
            <a:endParaRPr lang="en-US" sz="1000" dirty="0"/>
          </a:p>
          <a:p>
            <a:r>
              <a:rPr lang="en-US" sz="1000" dirty="0"/>
              <a:t>- Reason code and explanation preserved</a:t>
            </a:r>
          </a:p>
          <a:p>
            <a:r>
              <a:rPr lang="en-US" sz="1000" dirty="0"/>
              <a:t>- Can filter reports to show "manually entered submissions"</a:t>
            </a:r>
          </a:p>
          <a:p>
            <a:r>
              <a:rPr lang="en-US" sz="1000" dirty="0"/>
              <a:t>- Analytics: Track frequency of manual entries by country/analyst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C02CC-2E65-81B7-ABA4-A59BAD67B658}"/>
              </a:ext>
            </a:extLst>
          </p:cNvPr>
          <p:cNvSpPr txBox="1"/>
          <p:nvPr/>
        </p:nvSpPr>
        <p:spPr>
          <a:xfrm>
            <a:off x="3982065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COORDINATOR NOTIFICATION EMAIL:</a:t>
            </a:r>
          </a:p>
          <a:p>
            <a:r>
              <a:rPr lang="en-US" sz="1000" dirty="0"/>
              <a:t>- Subject: "Enrollment Volumes Submitted on Your Behalf - [Month]"</a:t>
            </a:r>
          </a:p>
          <a:p>
            <a:r>
              <a:rPr lang="en-US" sz="1000" dirty="0"/>
              <a:t>- Body template:</a:t>
            </a:r>
          </a:p>
          <a:p>
            <a:r>
              <a:rPr lang="en-US" sz="1000" dirty="0"/>
              <a:t>  * "Hi [Coordinator Name],"</a:t>
            </a:r>
          </a:p>
          <a:p>
            <a:r>
              <a:rPr lang="en-US" sz="1000" dirty="0"/>
              <a:t>  * "Your enrollment volumes for [Country] - [Month] have been submitted by [Analyst Name]."</a:t>
            </a:r>
          </a:p>
          <a:p>
            <a:r>
              <a:rPr lang="en-US" sz="1000" dirty="0"/>
              <a:t>  * "Submission ID: [SUB-XXXXXX]"</a:t>
            </a:r>
          </a:p>
          <a:p>
            <a:r>
              <a:rPr lang="en-US" sz="1000" dirty="0"/>
              <a:t>  * "Reason: [Reason Code - Detailed Explanation]"</a:t>
            </a:r>
          </a:p>
          <a:p>
            <a:r>
              <a:rPr lang="en-US" sz="1000" dirty="0"/>
              <a:t>  * "Contact method: [Phone/Email/</a:t>
            </a:r>
            <a:r>
              <a:rPr lang="en-US" sz="1000" dirty="0" err="1"/>
              <a:t>etc</a:t>
            </a:r>
            <a:r>
              <a:rPr lang="en-US" sz="1000" dirty="0"/>
              <a:t>]"</a:t>
            </a:r>
          </a:p>
          <a:p>
            <a:r>
              <a:rPr lang="en-US" sz="1000" dirty="0"/>
              <a:t>  * "Summary of submitted volumes: [Test types with volumes]"</a:t>
            </a:r>
          </a:p>
          <a:p>
            <a:r>
              <a:rPr lang="en-US" sz="1000" dirty="0"/>
              <a:t>  * "If you have questions, please contact the data quality team."</a:t>
            </a:r>
          </a:p>
          <a:p>
            <a:r>
              <a:rPr lang="en-US" sz="1000" dirty="0"/>
              <a:t>  * "Thank you!"</a:t>
            </a:r>
          </a:p>
          <a:p>
            <a:r>
              <a:rPr lang="en-US" sz="1000" dirty="0"/>
              <a:t>- Includes PDF receipt attachment</a:t>
            </a:r>
          </a:p>
          <a:p>
            <a:r>
              <a:rPr lang="en-US" sz="1000" dirty="0"/>
              <a:t>- Reply-to: Analyst email or data quality team email</a:t>
            </a:r>
          </a:p>
          <a:p>
            <a:endParaRPr lang="en-US" sz="1000" dirty="0"/>
          </a:p>
          <a:p>
            <a:r>
              <a:rPr lang="en-US" sz="1000" dirty="0"/>
              <a:t>DATA QUALITY REVIEW:</a:t>
            </a:r>
          </a:p>
          <a:p>
            <a:r>
              <a:rPr lang="en-US" sz="1000" dirty="0"/>
              <a:t>- Manual entries go through same validation as regular submissions</a:t>
            </a:r>
          </a:p>
          <a:p>
            <a:r>
              <a:rPr lang="en-US" sz="1000" dirty="0"/>
              <a:t>- May trigger anomaly flags like any other submission</a:t>
            </a:r>
          </a:p>
          <a:p>
            <a:r>
              <a:rPr lang="en-US" sz="1000" dirty="0"/>
              <a:t>- Analyst can review their own manual entry OR assign to another analyst</a:t>
            </a:r>
          </a:p>
          <a:p>
            <a:r>
              <a:rPr lang="en-US" sz="1000" dirty="0"/>
              <a:t>- Best practice: Different analyst validates manual entries for independence</a:t>
            </a:r>
          </a:p>
          <a:p>
            <a:endParaRPr lang="en-US" sz="1000" dirty="0"/>
          </a:p>
          <a:p>
            <a:r>
              <a:rPr lang="en-US" sz="1000" dirty="0"/>
              <a:t>ERROR HANDLING:</a:t>
            </a:r>
          </a:p>
          <a:p>
            <a:r>
              <a:rPr lang="en-US" sz="1000" dirty="0"/>
              <a:t>- If country already submitted for month (and not Draft):</a:t>
            </a:r>
          </a:p>
          <a:p>
            <a:r>
              <a:rPr lang="en-US" sz="1000" dirty="0"/>
              <a:t>  * Show warning modal</a:t>
            </a:r>
          </a:p>
          <a:p>
            <a:r>
              <a:rPr lang="en-US" sz="1000" dirty="0"/>
              <a:t>  * Options: "Cancel" or "Continue as Correction"</a:t>
            </a:r>
          </a:p>
          <a:p>
            <a:r>
              <a:rPr lang="en-US" sz="1000" dirty="0"/>
              <a:t>  * If correction: Requires specific reason code</a:t>
            </a:r>
          </a:p>
          <a:p>
            <a:r>
              <a:rPr lang="en-US" sz="1000" dirty="0"/>
              <a:t>- If network fails during submission:</a:t>
            </a:r>
          </a:p>
          <a:p>
            <a:r>
              <a:rPr lang="en-US" sz="1000" dirty="0"/>
              <a:t>  * Data cached locally</a:t>
            </a:r>
          </a:p>
          <a:p>
            <a:r>
              <a:rPr lang="en-US" sz="1000" dirty="0"/>
              <a:t>  * Retry logic</a:t>
            </a:r>
          </a:p>
          <a:p>
            <a:r>
              <a:rPr lang="en-US" sz="1000" dirty="0"/>
              <a:t>  * "Save Draft" option to preserve work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7CCCC-5DC9-2839-8F53-2CA21094EF38}"/>
              </a:ext>
            </a:extLst>
          </p:cNvPr>
          <p:cNvSpPr txBox="1"/>
          <p:nvPr/>
        </p:nvSpPr>
        <p:spPr>
          <a:xfrm>
            <a:off x="7413524" y="681676"/>
            <a:ext cx="34314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REPORTING/ANALYTICS:</a:t>
            </a:r>
          </a:p>
          <a:p>
            <a:r>
              <a:rPr lang="en-US" sz="1000" dirty="0"/>
              <a:t>- Track manual entry frequency by:</a:t>
            </a:r>
          </a:p>
          <a:p>
            <a:r>
              <a:rPr lang="en-US" sz="1000" dirty="0"/>
              <a:t>  * Country (which countries require most manual intervention?)</a:t>
            </a:r>
          </a:p>
          <a:p>
            <a:r>
              <a:rPr lang="en-US" sz="1000" dirty="0"/>
              <a:t>  * Reason code (why are manual entries needed?)</a:t>
            </a:r>
          </a:p>
          <a:p>
            <a:r>
              <a:rPr lang="en-US" sz="1000" dirty="0"/>
              <a:t>  * Analyst (who does most manual entries?)</a:t>
            </a:r>
          </a:p>
          <a:p>
            <a:r>
              <a:rPr lang="en-US" sz="1000" dirty="0"/>
              <a:t>  * Time of month (pattern around deadlines?)</a:t>
            </a:r>
          </a:p>
          <a:p>
            <a:r>
              <a:rPr lang="en-US" sz="1000" dirty="0"/>
              <a:t>- Use insights to improve coordinator portal UX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Form control (not Gallery)</a:t>
            </a:r>
          </a:p>
          <a:p>
            <a:r>
              <a:rPr lang="en-US" sz="1000" dirty="0"/>
              <a:t>- Dropdown for country: Items = </a:t>
            </a:r>
            <a:r>
              <a:rPr lang="en-US" sz="1000" dirty="0" err="1"/>
              <a:t>tbl_Countries</a:t>
            </a:r>
            <a:r>
              <a:rPr lang="en-US" sz="1000" dirty="0"/>
              <a:t> WHERE Status = 'Active'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OnChange</a:t>
            </a:r>
            <a:r>
              <a:rPr lang="en-US" sz="1000" dirty="0"/>
              <a:t> for country: Load test types, show coordinator info</a:t>
            </a:r>
          </a:p>
          <a:p>
            <a:r>
              <a:rPr lang="en-US" sz="1000" dirty="0"/>
              <a:t>- Dropdown for reason code: Combo box with predefined values</a:t>
            </a:r>
          </a:p>
          <a:p>
            <a:r>
              <a:rPr lang="en-US" sz="1000" dirty="0"/>
              <a:t>- Text input validation: Len() &gt;= 50 for detailed explanation</a:t>
            </a:r>
          </a:p>
          <a:p>
            <a:r>
              <a:rPr lang="en-US" sz="1000" dirty="0"/>
              <a:t>- Patch() to </a:t>
            </a:r>
            <a:r>
              <a:rPr lang="en-US" sz="1000" dirty="0" err="1"/>
              <a:t>tbl_VolumeSubmissions</a:t>
            </a:r>
            <a:r>
              <a:rPr lang="en-US" sz="1000" dirty="0"/>
              <a:t> with </a:t>
            </a:r>
            <a:r>
              <a:rPr lang="en-US" sz="1000" dirty="0" err="1"/>
              <a:t>SubmissionMethod</a:t>
            </a:r>
            <a:r>
              <a:rPr lang="en-US" sz="1000" dirty="0"/>
              <a:t> = "Manual"</a:t>
            </a:r>
          </a:p>
          <a:p>
            <a:r>
              <a:rPr lang="en-US" sz="1000" dirty="0"/>
              <a:t>- Concurrent() for multiple table writes (submission + history)</a:t>
            </a:r>
          </a:p>
          <a:p>
            <a:r>
              <a:rPr lang="en-US" sz="1000" dirty="0"/>
              <a:t>- Navigate() back to overview after submission</a:t>
            </a:r>
          </a:p>
          <a:p>
            <a:r>
              <a:rPr lang="en-US" sz="1000" dirty="0"/>
              <a:t>- Context variables for form state management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4689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31EFE-B34A-59CE-58A4-A8080617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CF5B-4568-1FB2-365B-B9FD2BBC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4: Communication Center  (View Message)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960A2-5414-6F48-082B-535CF5B86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Message coordinators about submissions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281A1-0E77-084B-5368-307C0C5A65A8}"/>
              </a:ext>
            </a:extLst>
          </p:cNvPr>
          <p:cNvSpPr txBox="1"/>
          <p:nvPr/>
        </p:nvSpPr>
        <p:spPr>
          <a:xfrm>
            <a:off x="510346" y="1222786"/>
            <a:ext cx="10683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 ← Back to Overview ] Home &gt; Communication Center</a:t>
            </a:r>
            <a:br>
              <a:rPr lang="en-US" sz="1000" dirty="0"/>
            </a:br>
            <a:r>
              <a:rPr lang="en-US" sz="1400" b="1" dirty="0"/>
              <a:t>Communication Center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EBAA6E-5600-AB7D-BE1A-77FAC9371C95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🏢 </a:t>
            </a:r>
            <a:r>
              <a:rPr lang="en-US" dirty="0">
                <a:solidFill>
                  <a:schemeClr val="tx1"/>
                </a:solidFill>
              </a:rPr>
              <a:t>Data Quality Dashboard | Analyst: Alice Katt | [Settings]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A7BB41-61DC-42F8-6132-BAEA1AE157B9}"/>
              </a:ext>
            </a:extLst>
          </p:cNvPr>
          <p:cNvSpPr/>
          <p:nvPr/>
        </p:nvSpPr>
        <p:spPr>
          <a:xfrm>
            <a:off x="510346" y="1691102"/>
            <a:ext cx="4710583" cy="238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</a:rPr>
              <a:t>View: [All Messages ▼]  Country: [All ▼]  Status: [All ▼]  [🔍 Search]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725CC-F8F7-C7B9-1DB4-EBCCF8E72449}"/>
              </a:ext>
            </a:extLst>
          </p:cNvPr>
          <p:cNvSpPr/>
          <p:nvPr/>
        </p:nvSpPr>
        <p:spPr>
          <a:xfrm>
            <a:off x="550290" y="1936062"/>
            <a:ext cx="10653247" cy="43950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595316-0CEF-6E07-FDE2-3134DBBBCB27}"/>
              </a:ext>
            </a:extLst>
          </p:cNvPr>
          <p:cNvSpPr/>
          <p:nvPr/>
        </p:nvSpPr>
        <p:spPr>
          <a:xfrm>
            <a:off x="8686793" y="1341110"/>
            <a:ext cx="2507226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Compose New Message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3CE96-467E-FA2B-C2E6-6CACFAD301D6}"/>
              </a:ext>
            </a:extLst>
          </p:cNvPr>
          <p:cNvSpPr txBox="1"/>
          <p:nvPr/>
        </p:nvSpPr>
        <p:spPr>
          <a:xfrm>
            <a:off x="550290" y="2054386"/>
            <a:ext cx="646011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100" dirty="0"/>
              <a:t>│ Date/Time   │ To/From                                  │ Country │ Subject                                        │ Status         │ Actions    │</a:t>
            </a:r>
          </a:p>
          <a:p>
            <a:r>
              <a:rPr lang="en-US" sz="1100" dirty="0"/>
              <a:t>│───────────────────────────────────────────────────────────────────────────────────────│</a:t>
            </a:r>
          </a:p>
          <a:p>
            <a:r>
              <a:rPr lang="en-US" sz="1100" dirty="0"/>
              <a:t>│ 11/24 14:30 │ To: Marie Dubois                │ France     │ Clarification: Nov volumes │ Sent             │ [View]      │</a:t>
            </a:r>
          </a:p>
          <a:p>
            <a:r>
              <a:rPr lang="en-US" sz="1100" dirty="0"/>
              <a:t>│ 11/23 09:15 │ From: Ji-Won Kim               │ Japan      │ Re: October submission      │ </a:t>
            </a:r>
            <a:r>
              <a:rPr lang="en-US" sz="1100" dirty="0" err="1"/>
              <a:t>Recieved</a:t>
            </a:r>
            <a:r>
              <a:rPr lang="en-US" sz="1100" dirty="0"/>
              <a:t>    │ [View]      │</a:t>
            </a:r>
          </a:p>
          <a:p>
            <a:r>
              <a:rPr lang="en-US" sz="1100" dirty="0"/>
              <a:t>│ 11/22 16:45 │ To: Marie Dubois                │ Brazil       │ Reminder: November           │ Sent             │ [View]      │</a:t>
            </a:r>
          </a:p>
          <a:p>
            <a:r>
              <a:rPr lang="en-US" sz="1100" dirty="0"/>
              <a:t>│ 11/20 11:00 │ To: Multiple Coordinators│ Various  │ Submission Reminder         │ Sent             │ [View]      │</a:t>
            </a:r>
          </a:p>
          <a:p>
            <a:r>
              <a:rPr lang="en-US" sz="1100" dirty="0"/>
              <a:t>└───────────────────────────────────────────────────────────────────────────────────────┘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sz="1100" dirty="0"/>
              <a:t>Showing 4 recent messages [ ← Previous ] Page 1 of 2 [ Next → 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6431D6-D897-4DE6-956F-AE8DFA805328}"/>
              </a:ext>
            </a:extLst>
          </p:cNvPr>
          <p:cNvSpPr txBox="1"/>
          <p:nvPr/>
        </p:nvSpPr>
        <p:spPr>
          <a:xfrm>
            <a:off x="550290" y="3670213"/>
            <a:ext cx="57816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Message Details </a:t>
            </a:r>
            <a:br>
              <a:rPr lang="en-US" sz="1100" dirty="0"/>
            </a:br>
            <a:br>
              <a:rPr lang="en-US" sz="1100" dirty="0"/>
            </a:br>
            <a:r>
              <a:rPr lang="en-US" sz="1100" dirty="0"/>
              <a:t>Date: November 24, 2025 at 2:30 </a:t>
            </a:r>
          </a:p>
          <a:p>
            <a:r>
              <a:rPr lang="en-US" sz="1100" dirty="0"/>
              <a:t>From: Alice Katt (</a:t>
            </a:r>
            <a:r>
              <a:rPr lang="en-US" sz="1100" dirty="0">
                <a:hlinkClick r:id="rId3"/>
              </a:rPr>
              <a:t>alice.katt.demo@outlook.com</a:t>
            </a:r>
            <a:endParaRPr lang="en-US" sz="1100" dirty="0"/>
          </a:p>
          <a:p>
            <a:r>
              <a:rPr lang="en-US" sz="1100" dirty="0"/>
              <a:t>To: Marie Dubois (marie.dubois.demo@outlook.com) </a:t>
            </a:r>
          </a:p>
          <a:p>
            <a:r>
              <a:rPr lang="en-US" sz="1100" dirty="0"/>
              <a:t>Subject: Clarification Needed: November Volumes </a:t>
            </a:r>
          </a:p>
          <a:p>
            <a:r>
              <a:rPr lang="en-US" sz="1100" dirty="0"/>
              <a:t>Related Submission: SUB-202511-FRA-001 (France - November 2025) </a:t>
            </a:r>
            <a:br>
              <a:rPr lang="en-US" sz="1100" dirty="0"/>
            </a:br>
            <a:r>
              <a:rPr lang="en-US" sz="1100" dirty="0"/>
              <a:t>Message Body: Hi Marie, </a:t>
            </a:r>
            <a:br>
              <a:rPr lang="en-US" sz="1100" dirty="0"/>
            </a:br>
            <a:r>
              <a:rPr lang="en-US" sz="1100" dirty="0"/>
              <a:t>I'm reviewing your November submission and noticed that PM Cert volumes (125) </a:t>
            </a:r>
            <a:br>
              <a:rPr lang="en-US" sz="1100" dirty="0"/>
            </a:br>
            <a:r>
              <a:rPr lang="en-US" sz="1100" dirty="0"/>
              <a:t>are significantly below budget (150) and down 23% from October (162).  </a:t>
            </a:r>
            <a:br>
              <a:rPr lang="en-US" sz="1100" dirty="0"/>
            </a:br>
            <a:r>
              <a:rPr lang="en-US" sz="1100" dirty="0"/>
              <a:t>Could you please provide context for this variance? This will help me validate the submission. </a:t>
            </a:r>
          </a:p>
          <a:p>
            <a:endParaRPr lang="en-US" sz="1100" dirty="0"/>
          </a:p>
          <a:p>
            <a:r>
              <a:rPr lang="en-US" sz="1100" dirty="0"/>
              <a:t>Thank you, </a:t>
            </a:r>
          </a:p>
          <a:p>
            <a:r>
              <a:rPr lang="en-US" sz="1100" dirty="0"/>
              <a:t>Alice </a:t>
            </a:r>
          </a:p>
        </p:txBody>
      </p:sp>
    </p:spTree>
    <p:extLst>
      <p:ext uri="{BB962C8B-B14F-4D97-AF65-F5344CB8AC3E}">
        <p14:creationId xmlns:p14="http://schemas.microsoft.com/office/powerpoint/2010/main" val="137657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FE84-637C-23D5-725B-1127B0E09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EDEF-44B3-08CC-9427-E0D338B4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4: Communication Center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BC2A6F-1A57-A43E-E1E4-7174E78E2A2C}"/>
              </a:ext>
            </a:extLst>
          </p:cNvPr>
          <p:cNvSpPr txBox="1"/>
          <p:nvPr/>
        </p:nvSpPr>
        <p:spPr>
          <a:xfrm>
            <a:off x="550606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tbl_Communications</a:t>
            </a:r>
            <a:r>
              <a:rPr lang="en-US" sz="1000" dirty="0"/>
              <a:t> (all message history)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(for related submissions)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tbl_UserCountries</a:t>
            </a:r>
            <a:r>
              <a:rPr lang="en-US" sz="1000" dirty="0"/>
              <a:t> (for coordinator list)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(for country names)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tbl_EmailTemplates</a:t>
            </a:r>
            <a:r>
              <a:rPr lang="en-US" sz="1000" dirty="0"/>
              <a:t> (for message templates)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Central hub for all analyst-coordinator communication</a:t>
            </a:r>
          </a:p>
          <a:p>
            <a:r>
              <a:rPr lang="en-US" sz="1000" dirty="0"/>
              <a:t>- Accessible from any screen via top navigation</a:t>
            </a:r>
          </a:p>
          <a:p>
            <a:r>
              <a:rPr lang="en-US" sz="1000" dirty="0"/>
              <a:t>- Tracks complete message history</a:t>
            </a:r>
          </a:p>
          <a:p>
            <a:r>
              <a:rPr lang="en-US" sz="1000" dirty="0"/>
              <a:t>- Supports bulk messaging for reminders</a:t>
            </a:r>
          </a:p>
          <a:p>
            <a:endParaRPr lang="en-US" sz="1000" dirty="0"/>
          </a:p>
          <a:p>
            <a:r>
              <a:rPr lang="en-US" sz="1000" dirty="0"/>
              <a:t>VIEW FILTERS:</a:t>
            </a:r>
          </a:p>
          <a:p>
            <a:endParaRPr lang="en-US" sz="1000" dirty="0"/>
          </a:p>
          <a:p>
            <a:r>
              <a:rPr lang="en-US" sz="1000" dirty="0"/>
              <a:t>View Dropdown:</a:t>
            </a:r>
          </a:p>
          <a:p>
            <a:r>
              <a:rPr lang="en-US" sz="1000" dirty="0"/>
              <a:t>- All Messages: Shows both sent and received</a:t>
            </a:r>
          </a:p>
          <a:p>
            <a:r>
              <a:rPr lang="en-US" sz="1000" dirty="0"/>
              <a:t>- Sent: Only messages sent by analyst</a:t>
            </a:r>
          </a:p>
          <a:p>
            <a:r>
              <a:rPr lang="en-US" sz="1000" dirty="0"/>
              <a:t>- Received: Only messages from coordinators</a:t>
            </a:r>
          </a:p>
          <a:p>
            <a:r>
              <a:rPr lang="en-US" sz="1000" dirty="0"/>
              <a:t>- Awaiting Response: Sent messages with no reply yet</a:t>
            </a:r>
          </a:p>
          <a:p>
            <a:endParaRPr lang="en-US" sz="1000" dirty="0"/>
          </a:p>
          <a:p>
            <a:r>
              <a:rPr lang="en-US" sz="1000" dirty="0"/>
              <a:t>Country Filter:</a:t>
            </a:r>
          </a:p>
          <a:p>
            <a:r>
              <a:rPr lang="en-US" sz="1000" dirty="0"/>
              <a:t>- Filters to messages related to specific country</a:t>
            </a:r>
          </a:p>
          <a:p>
            <a:r>
              <a:rPr lang="en-US" sz="1000" dirty="0"/>
              <a:t>- Useful when reviewing country-specific issues</a:t>
            </a:r>
          </a:p>
          <a:p>
            <a:endParaRPr lang="en-US" sz="1000" dirty="0"/>
          </a:p>
          <a:p>
            <a:r>
              <a:rPr lang="en-US" sz="1000" dirty="0"/>
              <a:t>Status Filter:</a:t>
            </a:r>
          </a:p>
          <a:p>
            <a:r>
              <a:rPr lang="en-US" sz="1000" dirty="0"/>
              <a:t>- Sent: Message delivered to coordinator</a:t>
            </a:r>
          </a:p>
          <a:p>
            <a:r>
              <a:rPr lang="en-US" sz="1000" dirty="0"/>
              <a:t>- Received: Response from coordinator</a:t>
            </a:r>
          </a:p>
          <a:p>
            <a:r>
              <a:rPr lang="en-US" sz="1000" dirty="0"/>
              <a:t>- Draft: Saved but not sent</a:t>
            </a:r>
          </a:p>
          <a:p>
            <a:r>
              <a:rPr lang="en-US" sz="1000" dirty="0"/>
              <a:t>- Failed: Delivery failure (rare)</a:t>
            </a:r>
          </a:p>
          <a:p>
            <a:endParaRPr lang="en-US" sz="1000" dirty="0"/>
          </a:p>
          <a:p>
            <a:r>
              <a:rPr lang="en-US" sz="1000" dirty="0"/>
              <a:t>Search:</a:t>
            </a:r>
          </a:p>
          <a:p>
            <a:r>
              <a:rPr lang="en-US" sz="1000" dirty="0"/>
              <a:t>- Searches subject line and message body</a:t>
            </a:r>
          </a:p>
          <a:p>
            <a:r>
              <a:rPr lang="en-US" sz="1000" dirty="0"/>
              <a:t>- Searches coordinator names</a:t>
            </a:r>
          </a:p>
          <a:p>
            <a:r>
              <a:rPr lang="en-US" sz="1000" dirty="0"/>
              <a:t>- Searches submission IDs</a:t>
            </a:r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18180-BF40-A6C7-759C-2CDA5A4F3E0D}"/>
              </a:ext>
            </a:extLst>
          </p:cNvPr>
          <p:cNvSpPr txBox="1"/>
          <p:nvPr/>
        </p:nvSpPr>
        <p:spPr>
          <a:xfrm>
            <a:off x="3982065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MESSAGES LIST TABLE:</a:t>
            </a:r>
          </a:p>
          <a:p>
            <a:endParaRPr lang="en-US" sz="1000" dirty="0"/>
          </a:p>
          <a:p>
            <a:r>
              <a:rPr lang="en-US" sz="1000" dirty="0"/>
              <a:t>Columns:</a:t>
            </a:r>
          </a:p>
          <a:p>
            <a:r>
              <a:rPr lang="en-US" sz="1000" dirty="0"/>
              <a:t>- Date/Time: When message sent/received (most recent first)</a:t>
            </a:r>
          </a:p>
          <a:p>
            <a:r>
              <a:rPr lang="en-US" sz="1000" dirty="0"/>
              <a:t>- To/From: Coordinator name (clickable - opens contact card)</a:t>
            </a:r>
          </a:p>
          <a:p>
            <a:r>
              <a:rPr lang="en-US" sz="1000" dirty="0"/>
              <a:t>- Country: Related country</a:t>
            </a:r>
          </a:p>
          <a:p>
            <a:r>
              <a:rPr lang="en-US" sz="1000" dirty="0"/>
              <a:t>- Subject: Message subject line (truncated if long)</a:t>
            </a:r>
          </a:p>
          <a:p>
            <a:r>
              <a:rPr lang="en-US" sz="1000" dirty="0"/>
              <a:t>- Status: Sent/Received/Awaiting Response/Draft</a:t>
            </a:r>
          </a:p>
          <a:p>
            <a:r>
              <a:rPr lang="en-US" sz="1000" dirty="0"/>
              <a:t>- Actions: View, Reply (if received)</a:t>
            </a:r>
          </a:p>
          <a:p>
            <a:endParaRPr lang="en-US" sz="1000" dirty="0"/>
          </a:p>
          <a:p>
            <a:r>
              <a:rPr lang="en-US" sz="1000" dirty="0"/>
              <a:t>Row Behavior:</a:t>
            </a:r>
          </a:p>
          <a:p>
            <a:r>
              <a:rPr lang="en-US" sz="1000" dirty="0"/>
              <a:t>- Click anywhere on row → Opens message detail panel</a:t>
            </a:r>
          </a:p>
          <a:p>
            <a:r>
              <a:rPr lang="en-US" sz="1000" dirty="0"/>
              <a:t>- Unread messages shown in bold</a:t>
            </a:r>
          </a:p>
          <a:p>
            <a:r>
              <a:rPr lang="en-US" sz="1000" dirty="0"/>
              <a:t>- High priority messages shown with 🔴 indicator</a:t>
            </a:r>
          </a:p>
          <a:p>
            <a:r>
              <a:rPr lang="en-US" sz="1000" dirty="0"/>
              <a:t>- Related submission ID shown in parentheses if applicable</a:t>
            </a:r>
          </a:p>
          <a:p>
            <a:endParaRPr lang="en-US" sz="1000" dirty="0"/>
          </a:p>
          <a:p>
            <a:r>
              <a:rPr lang="en-US" sz="1000" dirty="0"/>
              <a:t>MESSAGE DETAIL PANEL:</a:t>
            </a:r>
          </a:p>
          <a:p>
            <a:endParaRPr lang="en-US" sz="1000" dirty="0"/>
          </a:p>
          <a:p>
            <a:r>
              <a:rPr lang="en-US" sz="1000" dirty="0"/>
              <a:t>Shows When "View" Clicked:</a:t>
            </a:r>
          </a:p>
          <a:p>
            <a:r>
              <a:rPr lang="en-US" sz="1000" dirty="0"/>
              <a:t>- Full message header (date, from, to, subject)</a:t>
            </a:r>
          </a:p>
          <a:p>
            <a:r>
              <a:rPr lang="en-US" sz="1000" dirty="0"/>
              <a:t>- Related submission ID (clickable - opens submission detail)</a:t>
            </a:r>
          </a:p>
          <a:p>
            <a:r>
              <a:rPr lang="en-US" sz="1000" dirty="0"/>
              <a:t>- Complete message body (formatted HTML preserved)</a:t>
            </a:r>
          </a:p>
          <a:p>
            <a:r>
              <a:rPr lang="en-US" sz="1000" dirty="0"/>
              <a:t>- Attachments list (if any)</a:t>
            </a:r>
          </a:p>
          <a:p>
            <a:r>
              <a:rPr lang="en-US" sz="1000" dirty="0"/>
              <a:t>- Status and delivery info</a:t>
            </a:r>
          </a:p>
          <a:p>
            <a:r>
              <a:rPr lang="en-US" sz="1000" dirty="0"/>
              <a:t>- Action buttons: Reply, Forward, Close</a:t>
            </a:r>
          </a:p>
          <a:p>
            <a:endParaRPr lang="en-US" sz="1000" dirty="0"/>
          </a:p>
          <a:p>
            <a:r>
              <a:rPr lang="en-US" sz="1000" dirty="0"/>
              <a:t>Reply Function:</a:t>
            </a:r>
          </a:p>
          <a:p>
            <a:r>
              <a:rPr lang="en-US" sz="1000" dirty="0"/>
              <a:t>- Pre-populates "To:" with original sender</a:t>
            </a:r>
          </a:p>
          <a:p>
            <a:r>
              <a:rPr lang="en-US" sz="1000" dirty="0"/>
              <a:t>- Subject: "Re: [Original Subject]"</a:t>
            </a:r>
          </a:p>
          <a:p>
            <a:r>
              <a:rPr lang="en-US" sz="1000" dirty="0"/>
              <a:t>- Quotes original message below</a:t>
            </a:r>
          </a:p>
          <a:p>
            <a:r>
              <a:rPr lang="en-US" sz="1000" dirty="0"/>
              <a:t>- Same compose interface as new message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E53AF-3A74-3BC3-F30B-AED5EC90EC5C}"/>
              </a:ext>
            </a:extLst>
          </p:cNvPr>
          <p:cNvSpPr txBox="1"/>
          <p:nvPr/>
        </p:nvSpPr>
        <p:spPr>
          <a:xfrm>
            <a:off x="7413524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COMPOSE MESSAGE FORM:</a:t>
            </a:r>
          </a:p>
          <a:p>
            <a:endParaRPr lang="en-US" sz="1000" dirty="0"/>
          </a:p>
          <a:p>
            <a:r>
              <a:rPr lang="en-US" sz="1000" dirty="0"/>
              <a:t>To Field (Multi-Select):</a:t>
            </a:r>
          </a:p>
          <a:p>
            <a:r>
              <a:rPr lang="en-US" sz="1000" dirty="0"/>
              <a:t>- Dropdown showing all active coordinators</a:t>
            </a:r>
          </a:p>
          <a:p>
            <a:r>
              <a:rPr lang="en-US" sz="1000" dirty="0"/>
              <a:t>- Sorted by country name</a:t>
            </a:r>
          </a:p>
          <a:p>
            <a:r>
              <a:rPr lang="en-US" sz="1000" dirty="0"/>
              <a:t>- Shows: "[Coordinator Name] ([Country])"</a:t>
            </a:r>
          </a:p>
          <a:p>
            <a:r>
              <a:rPr lang="en-US" sz="1000" dirty="0"/>
              <a:t>- Multi-select enabled for bulk messages</a:t>
            </a:r>
          </a:p>
          <a:p>
            <a:r>
              <a:rPr lang="en-US" sz="1000" dirty="0"/>
              <a:t>- "Select All" option for broadcast messages</a:t>
            </a:r>
          </a:p>
          <a:p>
            <a:endParaRPr lang="en-US" sz="1000" dirty="0"/>
          </a:p>
          <a:p>
            <a:r>
              <a:rPr lang="en-US" sz="1000" dirty="0"/>
              <a:t>Related Submission Field:</a:t>
            </a:r>
          </a:p>
          <a:p>
            <a:r>
              <a:rPr lang="en-US" sz="1000" dirty="0"/>
              <a:t>- Optional link to specific submission</a:t>
            </a:r>
          </a:p>
          <a:p>
            <a:r>
              <a:rPr lang="en-US" sz="1000" dirty="0"/>
              <a:t>- Dropdown shows recent submissions</a:t>
            </a:r>
          </a:p>
          <a:p>
            <a:r>
              <a:rPr lang="en-US" sz="1000" dirty="0"/>
              <a:t>- If linked:</a:t>
            </a:r>
          </a:p>
          <a:p>
            <a:r>
              <a:rPr lang="en-US" sz="1000" dirty="0"/>
              <a:t>  * Automatically includes submission ID in subject</a:t>
            </a:r>
          </a:p>
          <a:p>
            <a:r>
              <a:rPr lang="en-US" sz="1000" dirty="0"/>
              <a:t>  * Creates record in </a:t>
            </a:r>
            <a:r>
              <a:rPr lang="en-US" sz="1000" dirty="0" err="1"/>
              <a:t>tbl_Communications</a:t>
            </a:r>
            <a:r>
              <a:rPr lang="en-US" sz="1000" dirty="0"/>
              <a:t> with </a:t>
            </a:r>
            <a:r>
              <a:rPr lang="en-US" sz="1000" dirty="0" err="1"/>
              <a:t>SubmissionID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Template Selection:</a:t>
            </a:r>
          </a:p>
          <a:p>
            <a:r>
              <a:rPr lang="en-US" sz="1000" dirty="0"/>
              <a:t>- Dropdown of predefined templates</a:t>
            </a:r>
          </a:p>
          <a:p>
            <a:r>
              <a:rPr lang="en-US" sz="1000" dirty="0"/>
              <a:t>- Selecting template pre-populates subject and body</a:t>
            </a:r>
          </a:p>
          <a:p>
            <a:r>
              <a:rPr lang="en-US" sz="1000" dirty="0"/>
              <a:t>- Placeholders auto-replaced:</a:t>
            </a:r>
          </a:p>
          <a:p>
            <a:r>
              <a:rPr lang="en-US" sz="1000" dirty="0"/>
              <a:t>  * [Coordinator Name] → Actual name</a:t>
            </a:r>
          </a:p>
          <a:p>
            <a:r>
              <a:rPr lang="en-US" sz="1000" dirty="0"/>
              <a:t>  * [Country] → Country name</a:t>
            </a:r>
          </a:p>
          <a:p>
            <a:r>
              <a:rPr lang="en-US" sz="1000" dirty="0"/>
              <a:t>  * [Month] → Submission month</a:t>
            </a:r>
          </a:p>
          <a:p>
            <a:r>
              <a:rPr lang="en-US" sz="1000" dirty="0"/>
              <a:t>  * [Analyst Name] → Alice Katt</a:t>
            </a:r>
          </a:p>
          <a:p>
            <a:r>
              <a:rPr lang="en-US" sz="1000" dirty="0"/>
              <a:t>  * [Submission ID] → If submission selected</a:t>
            </a:r>
          </a:p>
          <a:p>
            <a:r>
              <a:rPr lang="en-US" sz="1000" dirty="0"/>
              <a:t>  * [Deadline Date] → From </a:t>
            </a:r>
            <a:r>
              <a:rPr lang="en-US" sz="1000" dirty="0" err="1"/>
              <a:t>tbl_SystemConfig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Subject Field:</a:t>
            </a:r>
          </a:p>
          <a:p>
            <a:r>
              <a:rPr lang="en-US" sz="1000" dirty="0"/>
              <a:t>- Single line text (max 255 characters)</a:t>
            </a:r>
          </a:p>
          <a:p>
            <a:r>
              <a:rPr lang="en-US" sz="1000" dirty="0"/>
              <a:t>- Auto-populated if template selected</a:t>
            </a:r>
          </a:p>
          <a:p>
            <a:r>
              <a:rPr lang="en-US" sz="1000" dirty="0"/>
              <a:t>- Editable after template selection</a:t>
            </a:r>
          </a:p>
          <a:p>
            <a:endParaRPr lang="en-US" sz="1000" dirty="0"/>
          </a:p>
          <a:p>
            <a:r>
              <a:rPr lang="en-US" sz="1000" dirty="0"/>
              <a:t>Message Body:</a:t>
            </a:r>
          </a:p>
          <a:p>
            <a:r>
              <a:rPr lang="en-US" sz="1000" dirty="0"/>
              <a:t>- Multi-line text area (up to 5000 characters)</a:t>
            </a:r>
          </a:p>
          <a:p>
            <a:r>
              <a:rPr lang="en-US" sz="1000" dirty="0"/>
              <a:t>- Supports basic formatting (preserved in email)</a:t>
            </a:r>
          </a:p>
          <a:p>
            <a:r>
              <a:rPr lang="en-US" sz="1000" dirty="0"/>
              <a:t>- If template selected, shows pre-written text with placeholders replaced</a:t>
            </a:r>
          </a:p>
          <a:p>
            <a:r>
              <a:rPr lang="en-US" sz="1000" dirty="0"/>
              <a:t>- Fully editable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4388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4113-0313-883F-8B61-509786BA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4B7D-64CF-4BEF-97E0-B30F6016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4: Communication Center 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7ECA42-F903-1577-911C-3F24F9CDD864}"/>
              </a:ext>
            </a:extLst>
          </p:cNvPr>
          <p:cNvSpPr txBox="1"/>
          <p:nvPr/>
        </p:nvSpPr>
        <p:spPr>
          <a:xfrm>
            <a:off x="550606" y="681676"/>
            <a:ext cx="34314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Attachments:</a:t>
            </a:r>
          </a:p>
          <a:p>
            <a:r>
              <a:rPr lang="en-US" sz="1000" dirty="0"/>
              <a:t>- Supports common file types (PDF, Excel, Word, images)</a:t>
            </a:r>
          </a:p>
          <a:p>
            <a:r>
              <a:rPr lang="en-US" sz="1000" dirty="0"/>
              <a:t>- Max 10MB per file</a:t>
            </a:r>
          </a:p>
          <a:p>
            <a:r>
              <a:rPr lang="en-US" sz="1000" dirty="0"/>
              <a:t>- Max 3 attachments per message</a:t>
            </a:r>
          </a:p>
          <a:p>
            <a:r>
              <a:rPr lang="en-US" sz="1000" dirty="0"/>
              <a:t>- Stored in SharePoint document library</a:t>
            </a:r>
          </a:p>
          <a:p>
            <a:endParaRPr lang="en-US" sz="1000" dirty="0"/>
          </a:p>
          <a:p>
            <a:r>
              <a:rPr lang="en-US" sz="1000" dirty="0"/>
              <a:t>Options:</a:t>
            </a:r>
          </a:p>
          <a:p>
            <a:r>
              <a:rPr lang="en-US" sz="1000" dirty="0"/>
              <a:t>- Send copy to me: BCC analyst on the message</a:t>
            </a:r>
          </a:p>
          <a:p>
            <a:r>
              <a:rPr lang="en-US" sz="1000" dirty="0"/>
              <a:t>- Mark as high priority: Adds 🔴 indicator, subject line gets "URGENT:"</a:t>
            </a:r>
          </a:p>
          <a:p>
            <a:endParaRPr lang="en-US" sz="1000" dirty="0"/>
          </a:p>
          <a:p>
            <a:r>
              <a:rPr lang="en-US" sz="1000" dirty="0"/>
              <a:t>SEND ACTION:</a:t>
            </a:r>
          </a:p>
          <a:p>
            <a:r>
              <a:rPr lang="en-US" sz="1000" dirty="0"/>
              <a:t>- Validates required fields (To, Subject, Message)</a:t>
            </a:r>
          </a:p>
          <a:p>
            <a:r>
              <a:rPr lang="en-US" sz="1000" dirty="0"/>
              <a:t>- Creates record in </a:t>
            </a:r>
            <a:r>
              <a:rPr lang="en-US" sz="1000" dirty="0" err="1"/>
              <a:t>tbl_Communications</a:t>
            </a:r>
            <a:endParaRPr lang="en-US" sz="1000" dirty="0"/>
          </a:p>
          <a:p>
            <a:r>
              <a:rPr lang="en-US" sz="1000" dirty="0"/>
              <a:t>- Sends email via Power Automate flow</a:t>
            </a:r>
          </a:p>
          <a:p>
            <a:r>
              <a:rPr lang="en-US" sz="1000" dirty="0"/>
              <a:t>- Updates status to "Sent"</a:t>
            </a:r>
          </a:p>
          <a:p>
            <a:r>
              <a:rPr lang="en-US" sz="1000" dirty="0"/>
              <a:t>- Shows confirmation: "Message sent to [X] coordinator(s)"</a:t>
            </a:r>
          </a:p>
          <a:p>
            <a:r>
              <a:rPr lang="en-US" sz="1000" dirty="0"/>
              <a:t>- Returns to message list (showing new message at top)</a:t>
            </a:r>
          </a:p>
          <a:p>
            <a:endParaRPr lang="en-US" sz="1000" dirty="0"/>
          </a:p>
          <a:p>
            <a:r>
              <a:rPr lang="en-US" sz="1000" dirty="0"/>
              <a:t>SAVE AS DRAFT:</a:t>
            </a:r>
          </a:p>
          <a:p>
            <a:r>
              <a:rPr lang="en-US" sz="1000" dirty="0"/>
              <a:t>- Saves with Status = "Draft"</a:t>
            </a:r>
          </a:p>
          <a:p>
            <a:r>
              <a:rPr lang="en-US" sz="1000" dirty="0"/>
              <a:t>- Accessible from view filter: "Drafts"</a:t>
            </a:r>
          </a:p>
          <a:p>
            <a:r>
              <a:rPr lang="en-US" sz="1000" dirty="0"/>
              <a:t>- Can edit and send later</a:t>
            </a:r>
          </a:p>
          <a:p>
            <a:r>
              <a:rPr lang="en-US" sz="1000" dirty="0"/>
              <a:t>- No email sent until "Send" clicked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E661B-AA78-0056-3CEE-46C48F51723E}"/>
              </a:ext>
            </a:extLst>
          </p:cNvPr>
          <p:cNvSpPr txBox="1"/>
          <p:nvPr/>
        </p:nvSpPr>
        <p:spPr>
          <a:xfrm>
            <a:off x="3982065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EMAIL TEMPLATES:</a:t>
            </a:r>
          </a:p>
          <a:p>
            <a:endParaRPr lang="en-US" sz="1000" dirty="0"/>
          </a:p>
          <a:p>
            <a:r>
              <a:rPr lang="en-US" sz="1000" dirty="0"/>
              <a:t>Template 1: Clarification - Variance Explanation</a:t>
            </a:r>
          </a:p>
          <a:p>
            <a:r>
              <a:rPr lang="en-US" sz="1000" dirty="0"/>
              <a:t>Subject: "Clarification Needed: [Month] Submission for [Country]"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I'm reviewing your [Month] submission (ID: [Submission ID]) and need some clarification.</a:t>
            </a:r>
          </a:p>
          <a:p>
            <a:endParaRPr lang="en-US" sz="1000" dirty="0"/>
          </a:p>
          <a:p>
            <a:r>
              <a:rPr lang="en-US" sz="1000" dirty="0"/>
              <a:t>[Specific issue - analyst fills in]</a:t>
            </a:r>
          </a:p>
          <a:p>
            <a:endParaRPr lang="en-US" sz="1000" dirty="0"/>
          </a:p>
          <a:p>
            <a:r>
              <a:rPr lang="en-US" sz="1000" dirty="0"/>
              <a:t>Could you please provide context? This will help me validate your submission.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r>
              <a:rPr lang="en-US" sz="1000" dirty="0"/>
              <a:t>Template 2: Reminder - Submission Deadline</a:t>
            </a:r>
          </a:p>
          <a:p>
            <a:r>
              <a:rPr lang="en-US" sz="1000" dirty="0"/>
              <a:t>Subject: "Reminder: [Month] Submission Deadline - [Deadline Date]"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This is a friendly reminder that the deadline for [Month] enrollment volume submissions is [Deadline Date] (3rd business day).</a:t>
            </a:r>
          </a:p>
          <a:p>
            <a:endParaRPr lang="en-US" sz="1000" dirty="0"/>
          </a:p>
          <a:p>
            <a:r>
              <a:rPr lang="en-US" sz="1000" dirty="0"/>
              <a:t>Your submission for [Country] has not been received yet. Please submit at your earliest convenience.</a:t>
            </a:r>
          </a:p>
          <a:p>
            <a:endParaRPr lang="en-US" sz="1000" dirty="0"/>
          </a:p>
          <a:p>
            <a:r>
              <a:rPr lang="en-US" sz="1000" dirty="0"/>
              <a:t>If you need assistance, please reply to this email.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F8441-3E77-85F1-F99D-DB8C4167DFA4}"/>
              </a:ext>
            </a:extLst>
          </p:cNvPr>
          <p:cNvSpPr txBox="1"/>
          <p:nvPr/>
        </p:nvSpPr>
        <p:spPr>
          <a:xfrm>
            <a:off x="7413524" y="681676"/>
            <a:ext cx="34314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Template 3: Thank You - Timely Submission</a:t>
            </a:r>
          </a:p>
          <a:p>
            <a:r>
              <a:rPr lang="en-US" sz="1000" dirty="0"/>
              <a:t>Subject: "Thank You: [Month] Submission Received"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Thank you for submitting your [Month] enrollment volumes for [Country] on time!</a:t>
            </a:r>
          </a:p>
          <a:p>
            <a:endParaRPr lang="en-US" sz="1000" dirty="0"/>
          </a:p>
          <a:p>
            <a:r>
              <a:rPr lang="en-US" sz="1000" dirty="0"/>
              <a:t>Your submission (ID: [Submission ID]) has been received and is being reviewed.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r>
              <a:rPr lang="en-US" sz="1000" dirty="0"/>
              <a:t>Template 4: Approval Notification</a:t>
            </a:r>
          </a:p>
          <a:p>
            <a:r>
              <a:rPr lang="en-US" sz="1000" dirty="0"/>
              <a:t>Subject: "Approved: [Month] Submission for [Country]"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Your [Month] enrollment volume submission for [Country] (ID: [Submission ID]) has been validated and approved.</a:t>
            </a:r>
          </a:p>
          <a:p>
            <a:endParaRPr lang="en-US" sz="1000" dirty="0"/>
          </a:p>
          <a:p>
            <a:r>
              <a:rPr lang="en-US" sz="1000" dirty="0"/>
              <a:t>The data is now available in reports.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6696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EBD82-5F8C-F91B-EEF3-BB72AEDC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203C-5189-4A80-B47E-6E062C3C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4: Communication Center - Technical Specs (3)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9EFCDB-9446-19C6-396A-5CAB53C7F306}"/>
              </a:ext>
            </a:extLst>
          </p:cNvPr>
          <p:cNvSpPr txBox="1"/>
          <p:nvPr/>
        </p:nvSpPr>
        <p:spPr>
          <a:xfrm>
            <a:off x="550606" y="681676"/>
            <a:ext cx="343145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Template 5: Flag Resolution Request</a:t>
            </a:r>
          </a:p>
          <a:p>
            <a:r>
              <a:rPr lang="en-US" sz="1000" dirty="0"/>
              <a:t>Subject: "Follow-up Needed: [Month] Submission"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[Coordinator Name],</a:t>
            </a:r>
          </a:p>
          <a:p>
            <a:endParaRPr lang="en-US" sz="1000" dirty="0"/>
          </a:p>
          <a:p>
            <a:r>
              <a:rPr lang="en-US" sz="1000" dirty="0"/>
              <a:t>Your [Month] submission for [Country] has been flagged for review due to: [Flag reason]</a:t>
            </a:r>
          </a:p>
          <a:p>
            <a:endParaRPr lang="en-US" sz="1000" dirty="0"/>
          </a:p>
          <a:p>
            <a:r>
              <a:rPr lang="en-US" sz="1000" dirty="0"/>
              <a:t>Please review and either confirm the volumes are correct or submit updated values.</a:t>
            </a:r>
          </a:p>
          <a:p>
            <a:endParaRPr lang="en-US" sz="1000" dirty="0"/>
          </a:p>
          <a:p>
            <a:r>
              <a:rPr lang="en-US" sz="1000" dirty="0"/>
              <a:t>Submission ID: [Submission ID]</a:t>
            </a:r>
          </a:p>
          <a:p>
            <a:endParaRPr lang="en-US" sz="1000" dirty="0"/>
          </a:p>
          <a:p>
            <a:r>
              <a:rPr lang="en-US" sz="1000" dirty="0"/>
              <a:t>Thank you,</a:t>
            </a:r>
          </a:p>
          <a:p>
            <a:r>
              <a:rPr lang="en-US" sz="1000" dirty="0"/>
              <a:t>[Analyst Name]"</a:t>
            </a:r>
          </a:p>
          <a:p>
            <a:endParaRPr lang="en-US" sz="1000" dirty="0"/>
          </a:p>
          <a:p>
            <a:r>
              <a:rPr lang="en-US" sz="1000" dirty="0"/>
              <a:t>BULK MESSAGING:</a:t>
            </a:r>
          </a:p>
          <a:p>
            <a:r>
              <a:rPr lang="en-US" sz="1000" dirty="0"/>
              <a:t>- Select multiple coordinators from "To:" dropdown</a:t>
            </a:r>
          </a:p>
          <a:p>
            <a:r>
              <a:rPr lang="en-US" sz="1000" dirty="0"/>
              <a:t>- Message sent to each individually (not group email)</a:t>
            </a:r>
          </a:p>
          <a:p>
            <a:r>
              <a:rPr lang="en-US" sz="1000" dirty="0"/>
              <a:t>- Each recipient sees only their name in "To:" field</a:t>
            </a:r>
          </a:p>
          <a:p>
            <a:r>
              <a:rPr lang="en-US" sz="1000" dirty="0"/>
              <a:t>- Placeholders replaced per recipient:</a:t>
            </a:r>
          </a:p>
          <a:p>
            <a:r>
              <a:rPr lang="en-US" sz="1000" dirty="0"/>
              <a:t>  * [Coordinator Name] → Individual name</a:t>
            </a:r>
          </a:p>
          <a:p>
            <a:r>
              <a:rPr lang="en-US" sz="1000" dirty="0"/>
              <a:t>  * [Country] → Individual country</a:t>
            </a:r>
          </a:p>
          <a:p>
            <a:r>
              <a:rPr lang="en-US" sz="1000" dirty="0"/>
              <a:t>- Creates separate </a:t>
            </a:r>
            <a:r>
              <a:rPr lang="en-US" sz="1000" dirty="0" err="1"/>
              <a:t>tbl_Communications</a:t>
            </a:r>
            <a:r>
              <a:rPr lang="en-US" sz="1000" dirty="0"/>
              <a:t> record per recipient</a:t>
            </a:r>
          </a:p>
          <a:p>
            <a:r>
              <a:rPr lang="en-US" sz="1000" dirty="0"/>
              <a:t>- Tracking: Shows "Sent to 15 coordinators" in message list</a:t>
            </a:r>
          </a:p>
          <a:p>
            <a:endParaRPr lang="en-US" sz="1000" dirty="0"/>
          </a:p>
          <a:p>
            <a:r>
              <a:rPr lang="en-US" sz="1000" dirty="0"/>
              <a:t>MESSAGE STATS:</a:t>
            </a:r>
          </a:p>
          <a:p>
            <a:r>
              <a:rPr lang="en-US" sz="1000" dirty="0"/>
              <a:t>- Calculated from </a:t>
            </a:r>
            <a:r>
              <a:rPr lang="en-US" sz="1000" dirty="0" err="1"/>
              <a:t>tbl_Communications</a:t>
            </a:r>
            <a:endParaRPr lang="en-US" sz="1000" dirty="0"/>
          </a:p>
          <a:p>
            <a:r>
              <a:rPr lang="en-US" sz="1000" dirty="0"/>
              <a:t>- Sent: Count where </a:t>
            </a:r>
            <a:r>
              <a:rPr lang="en-US" sz="1000" dirty="0" err="1"/>
              <a:t>FromUserID</a:t>
            </a:r>
            <a:r>
              <a:rPr lang="en-US" sz="1000" dirty="0"/>
              <a:t> = Alice AND </a:t>
            </a:r>
            <a:r>
              <a:rPr lang="en-US" sz="1000" dirty="0" err="1"/>
              <a:t>SentDate</a:t>
            </a:r>
            <a:r>
              <a:rPr lang="en-US" sz="1000" dirty="0"/>
              <a:t> within current month</a:t>
            </a:r>
          </a:p>
          <a:p>
            <a:r>
              <a:rPr lang="en-US" sz="1000" dirty="0"/>
              <a:t>- Received: Count where </a:t>
            </a:r>
            <a:r>
              <a:rPr lang="en-US" sz="1000" dirty="0" err="1"/>
              <a:t>ToUserID</a:t>
            </a:r>
            <a:r>
              <a:rPr lang="en-US" sz="1000" dirty="0"/>
              <a:t> = Alice AND </a:t>
            </a:r>
            <a:r>
              <a:rPr lang="en-US" sz="1000" dirty="0" err="1"/>
              <a:t>SentDate</a:t>
            </a:r>
            <a:r>
              <a:rPr lang="en-US" sz="1000" dirty="0"/>
              <a:t> within current month</a:t>
            </a:r>
          </a:p>
          <a:p>
            <a:r>
              <a:rPr lang="en-US" sz="1000" dirty="0"/>
              <a:t>- Awaiting Response: Sent messages with no reply (no matching received message with parent ID)</a:t>
            </a:r>
          </a:p>
          <a:p>
            <a:r>
              <a:rPr lang="en-US" sz="1000" dirty="0"/>
              <a:t>- Avg Response Time: AVG(</a:t>
            </a:r>
            <a:r>
              <a:rPr lang="en-US" sz="1000" dirty="0" err="1"/>
              <a:t>DateDiff</a:t>
            </a:r>
            <a:r>
              <a:rPr lang="en-US" sz="1000" dirty="0"/>
              <a:t>(</a:t>
            </a:r>
            <a:r>
              <a:rPr lang="en-US" sz="1000" dirty="0" err="1"/>
              <a:t>SentDate</a:t>
            </a:r>
            <a:r>
              <a:rPr lang="en-US" sz="1000" dirty="0"/>
              <a:t>, </a:t>
            </a:r>
            <a:r>
              <a:rPr lang="en-US" sz="1000" dirty="0" err="1"/>
              <a:t>ReplyDate</a:t>
            </a:r>
            <a:r>
              <a:rPr lang="en-US" sz="1000" dirty="0"/>
              <a:t>)) for messages with replies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C7D8C-A905-DC22-7E8D-8A9BDC0992F8}"/>
              </a:ext>
            </a:extLst>
          </p:cNvPr>
          <p:cNvSpPr txBox="1"/>
          <p:nvPr/>
        </p:nvSpPr>
        <p:spPr>
          <a:xfrm>
            <a:off x="3982065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PERFORMANCE CONSIDERATIONS:</a:t>
            </a:r>
          </a:p>
          <a:p>
            <a:r>
              <a:rPr lang="en-US" sz="1000" dirty="0"/>
              <a:t>- Load only recent 30 days of messages by default</a:t>
            </a:r>
          </a:p>
          <a:p>
            <a:r>
              <a:rPr lang="en-US" sz="1000" dirty="0"/>
              <a:t>- "Load older" button for historical search</a:t>
            </a:r>
          </a:p>
          <a:p>
            <a:r>
              <a:rPr lang="en-US" sz="1000" dirty="0"/>
              <a:t>- Paginate message list (20 per page)</a:t>
            </a:r>
          </a:p>
          <a:p>
            <a:r>
              <a:rPr lang="en-US" sz="1000" dirty="0"/>
              <a:t>- Cache coordinator list (rarely changes)</a:t>
            </a:r>
          </a:p>
          <a:p>
            <a:r>
              <a:rPr lang="en-US" sz="1000" dirty="0"/>
              <a:t>- Prefetch templates (small dataset)</a:t>
            </a:r>
          </a:p>
          <a:p>
            <a:endParaRPr lang="en-US" sz="1000" dirty="0"/>
          </a:p>
          <a:p>
            <a:r>
              <a:rPr lang="en-US" sz="1000" dirty="0"/>
              <a:t>EMAIL DELIVERY:</a:t>
            </a:r>
          </a:p>
          <a:p>
            <a:r>
              <a:rPr lang="en-US" sz="1000" dirty="0"/>
              <a:t>- Power Automate flow triggers when Communication record created with Status = "Sent"</a:t>
            </a:r>
          </a:p>
          <a:p>
            <a:r>
              <a:rPr lang="en-US" sz="1000" dirty="0"/>
              <a:t>- Email sent FROM: Analyst email (Alice) or shared mailbox</a:t>
            </a:r>
          </a:p>
          <a:p>
            <a:r>
              <a:rPr lang="en-US" sz="1000" dirty="0"/>
              <a:t>- Email sent TO: Coordinator email from </a:t>
            </a:r>
            <a:r>
              <a:rPr lang="en-US" sz="1000" dirty="0" err="1"/>
              <a:t>tbl_UserCountries</a:t>
            </a:r>
            <a:endParaRPr lang="en-US" sz="1000" dirty="0"/>
          </a:p>
          <a:p>
            <a:r>
              <a:rPr lang="en-US" sz="1000" dirty="0"/>
              <a:t>- Includes:</a:t>
            </a:r>
          </a:p>
          <a:p>
            <a:r>
              <a:rPr lang="en-US" sz="1000" dirty="0"/>
              <a:t>  * Professional email signature</a:t>
            </a:r>
          </a:p>
          <a:p>
            <a:r>
              <a:rPr lang="en-US" sz="1000" dirty="0"/>
              <a:t>  * Link to submission portal (if submission-related)</a:t>
            </a:r>
          </a:p>
          <a:p>
            <a:r>
              <a:rPr lang="en-US" sz="1000" dirty="0"/>
              <a:t>  * Reply-to analyst email</a:t>
            </a:r>
          </a:p>
          <a:p>
            <a:r>
              <a:rPr lang="en-US" sz="1000" dirty="0"/>
              <a:t>  * Unsubscribe option (for automated reminders only)</a:t>
            </a:r>
          </a:p>
          <a:p>
            <a:endParaRPr lang="en-US" sz="1000" dirty="0"/>
          </a:p>
          <a:p>
            <a:r>
              <a:rPr lang="en-US" sz="1000" dirty="0"/>
              <a:t>NOTIFICATION TO ANALYST:</a:t>
            </a:r>
          </a:p>
          <a:p>
            <a:r>
              <a:rPr lang="en-US" sz="1000" dirty="0"/>
              <a:t>- If coordinator replies via email:</a:t>
            </a:r>
          </a:p>
          <a:p>
            <a:r>
              <a:rPr lang="en-US" sz="1000" dirty="0"/>
              <a:t>  * Power Automate flow creates Communication record with Status = "Received"</a:t>
            </a:r>
          </a:p>
          <a:p>
            <a:r>
              <a:rPr lang="en-US" sz="1000" dirty="0"/>
              <a:t>  * Analyst receives browser notification "New message from [Coordinator]"</a:t>
            </a:r>
          </a:p>
          <a:p>
            <a:r>
              <a:rPr lang="en-US" sz="1000" dirty="0"/>
              <a:t>  * Message appears at top of message list</a:t>
            </a:r>
          </a:p>
          <a:p>
            <a:r>
              <a:rPr lang="en-US" sz="1000" dirty="0"/>
              <a:t>  * Unread indicator shown</a:t>
            </a:r>
          </a:p>
          <a:p>
            <a:endParaRPr lang="en-US" sz="1000" dirty="0"/>
          </a:p>
          <a:p>
            <a:r>
              <a:rPr lang="en-US" sz="1000" dirty="0"/>
              <a:t>INTEGRATION WITH OTHER SCREENS:</a:t>
            </a:r>
          </a:p>
          <a:p>
            <a:r>
              <a:rPr lang="en-US" sz="1000" dirty="0"/>
              <a:t>- From Review Queue: "Request Clarification" button opens compose form pre-populated</a:t>
            </a:r>
          </a:p>
          <a:p>
            <a:r>
              <a:rPr lang="en-US" sz="1000" dirty="0"/>
              <a:t>- From Submission Tracking: "Send Reminder" opens compose with template selected</a:t>
            </a:r>
          </a:p>
          <a:p>
            <a:r>
              <a:rPr lang="en-US" sz="1000" dirty="0"/>
              <a:t>- From any submission detail: "Message Coordinator" link opens compose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F0590-A9B3-5D0C-5168-8B9B39321C68}"/>
              </a:ext>
            </a:extLst>
          </p:cNvPr>
          <p:cNvSpPr txBox="1"/>
          <p:nvPr/>
        </p:nvSpPr>
        <p:spPr>
          <a:xfrm>
            <a:off x="7413524" y="681676"/>
            <a:ext cx="343145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AUDIT TRAIL:</a:t>
            </a:r>
          </a:p>
          <a:p>
            <a:r>
              <a:rPr lang="en-US" sz="1000" dirty="0"/>
              <a:t>- All messages logged in </a:t>
            </a:r>
            <a:r>
              <a:rPr lang="en-US" sz="1000" dirty="0" err="1"/>
              <a:t>tbl_Communications</a:t>
            </a:r>
            <a:r>
              <a:rPr lang="en-US" sz="1000" dirty="0"/>
              <a:t> (never deleted)</a:t>
            </a:r>
          </a:p>
          <a:p>
            <a:r>
              <a:rPr lang="en-US" sz="1000" dirty="0"/>
              <a:t>- Can generate report of analyst-coordinator communications</a:t>
            </a:r>
          </a:p>
          <a:p>
            <a:r>
              <a:rPr lang="en-US" sz="1000" dirty="0"/>
              <a:t>- Analytics: Response rates by country, common clarification topics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Gallery control for message list</a:t>
            </a:r>
          </a:p>
          <a:p>
            <a:r>
              <a:rPr lang="en-US" sz="1000" dirty="0"/>
              <a:t>- Form control for compose (modal or full screen)</a:t>
            </a:r>
          </a:p>
          <a:p>
            <a:r>
              <a:rPr lang="en-US" sz="1000" dirty="0"/>
              <a:t>- Dropdown for templates: Items = </a:t>
            </a:r>
            <a:r>
              <a:rPr lang="en-US" sz="1000" dirty="0" err="1"/>
              <a:t>tbl_EmailTemplates</a:t>
            </a:r>
            <a:endParaRPr lang="en-US" sz="1000" dirty="0"/>
          </a:p>
          <a:p>
            <a:r>
              <a:rPr lang="en-US" sz="1000" dirty="0"/>
              <a:t>- Multi-select </a:t>
            </a:r>
            <a:r>
              <a:rPr lang="en-US" sz="1000" dirty="0" err="1"/>
              <a:t>Combobox</a:t>
            </a:r>
            <a:r>
              <a:rPr lang="en-US" sz="1000" dirty="0"/>
              <a:t> for recipients: Items = </a:t>
            </a:r>
            <a:r>
              <a:rPr lang="en-US" sz="1000" dirty="0" err="1"/>
              <a:t>tbl_UserCountries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dirty="0" err="1"/>
              <a:t>OnSelect</a:t>
            </a:r>
            <a:r>
              <a:rPr lang="en-US" sz="1000" dirty="0"/>
              <a:t> for template: Patch context variables with template text</a:t>
            </a:r>
          </a:p>
          <a:p>
            <a:r>
              <a:rPr lang="en-US" sz="1000" dirty="0"/>
              <a:t>- String replacement: Substitute() function for placeholders</a:t>
            </a:r>
          </a:p>
          <a:p>
            <a:r>
              <a:rPr lang="en-US" sz="1000" dirty="0"/>
              <a:t>- Patch() to </a:t>
            </a:r>
            <a:r>
              <a:rPr lang="en-US" sz="1000" dirty="0" err="1"/>
              <a:t>tbl_Communications</a:t>
            </a:r>
            <a:r>
              <a:rPr lang="en-US" sz="1000" dirty="0"/>
              <a:t> when Send clicked</a:t>
            </a:r>
          </a:p>
          <a:p>
            <a:r>
              <a:rPr lang="en-US" sz="1000" dirty="0"/>
              <a:t>- Navigate() back to message list after send</a:t>
            </a:r>
          </a:p>
          <a:p>
            <a:r>
              <a:rPr lang="en-US" sz="1000" dirty="0"/>
              <a:t>- Filter gallery by view/country/status dropdowns</a:t>
            </a:r>
          </a:p>
          <a:p>
            <a:endParaRPr lang="en-US" sz="1000" dirty="0"/>
          </a:p>
          <a:p>
            <a:r>
              <a:rPr lang="en-US" sz="1000" dirty="0"/>
              <a:t>ACCESSIBILITY:</a:t>
            </a:r>
          </a:p>
          <a:p>
            <a:r>
              <a:rPr lang="en-US" sz="1000" dirty="0"/>
              <a:t>- Keyboard shortcuts: </a:t>
            </a:r>
            <a:r>
              <a:rPr lang="en-US" sz="1000" dirty="0" err="1"/>
              <a:t>Ctrl+N</a:t>
            </a:r>
            <a:r>
              <a:rPr lang="en-US" sz="1000" dirty="0"/>
              <a:t> for new message, Escape to close</a:t>
            </a:r>
          </a:p>
          <a:p>
            <a:r>
              <a:rPr lang="en-US" sz="1000" dirty="0"/>
              <a:t>- Screen reader announces new unread messages</a:t>
            </a:r>
          </a:p>
          <a:p>
            <a:r>
              <a:rPr lang="en-US" sz="1000" dirty="0"/>
              <a:t>- Tab order: Filters → Message list → Actions</a:t>
            </a:r>
          </a:p>
          <a:p>
            <a:r>
              <a:rPr lang="en-US" sz="1000" dirty="0"/>
              <a:t>- High contrast support for status indicators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28114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13569</Words>
  <Application>Microsoft Office PowerPoint</Application>
  <PresentationFormat>Widescreen</PresentationFormat>
  <Paragraphs>2078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Data Quality Dashboard - Wireframes</vt:lpstr>
      <vt:lpstr>Screen 1: Submission Tracking Overview</vt:lpstr>
      <vt:lpstr>Screen 1: Submission Tracking Overview - Technical Specs</vt:lpstr>
      <vt:lpstr>Screen 2: Review Queue</vt:lpstr>
      <vt:lpstr>Screen 2: Review Queue - Technical Specs</vt:lpstr>
      <vt:lpstr>Screen 2: Review Queue - Technical Specs (2)</vt:lpstr>
      <vt:lpstr>Screen 3: Manual Entry Form</vt:lpstr>
      <vt:lpstr>Screen 3: Manual Entry Form - Technical Specs</vt:lpstr>
      <vt:lpstr>Screen 3: Manual Entry Form- Technical Specs (2)</vt:lpstr>
      <vt:lpstr>Screen 4: Communication Center  (View Message)</vt:lpstr>
      <vt:lpstr>Screen 4: Communication Center - Technical Specs</vt:lpstr>
      <vt:lpstr>Screen 4: Communication Center - Technical Specs (2)</vt:lpstr>
      <vt:lpstr>Screen 4: Communication Center - Technical Specs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Rolzhausen</dc:creator>
  <cp:lastModifiedBy>John Rolzhausen</cp:lastModifiedBy>
  <cp:revision>2</cp:revision>
  <dcterms:created xsi:type="dcterms:W3CDTF">2025-11-24T13:35:46Z</dcterms:created>
  <dcterms:modified xsi:type="dcterms:W3CDTF">2025-11-24T22:13:54Z</dcterms:modified>
</cp:coreProperties>
</file>